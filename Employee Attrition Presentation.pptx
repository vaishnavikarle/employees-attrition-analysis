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22"/>
  </p:notesMasterIdLst>
  <p:sldIdLst>
    <p:sldId id="272" r:id="rId2"/>
    <p:sldId id="258" r:id="rId3"/>
    <p:sldId id="259" r:id="rId4"/>
    <p:sldId id="260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FC2"/>
    <a:srgbClr val="EF8B47"/>
    <a:srgbClr val="FFF7F0"/>
    <a:srgbClr val="D97706"/>
    <a:srgbClr val="009999"/>
    <a:srgbClr val="008080"/>
    <a:srgbClr val="CEC9C5"/>
    <a:srgbClr val="D4D0FB"/>
    <a:srgbClr val="D5DEEB"/>
    <a:srgbClr val="FBE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1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Karle" userId="24841e4a8b5b751c" providerId="LiveId" clId="{C049401F-86C8-41C1-AC21-21031DA72291}"/>
    <pc:docChg chg="undo redo custSel addSld delSld modSld">
      <pc:chgData name="Vaishnavi Karle" userId="24841e4a8b5b751c" providerId="LiveId" clId="{C049401F-86C8-41C1-AC21-21031DA72291}" dt="2025-12-18T07:51:52.042" v="9526" actId="1076"/>
      <pc:docMkLst>
        <pc:docMk/>
      </pc:docMkLst>
      <pc:sldChg chg="addSp delSp modSp mod setBg">
        <pc:chgData name="Vaishnavi Karle" userId="24841e4a8b5b751c" providerId="LiveId" clId="{C049401F-86C8-41C1-AC21-21031DA72291}" dt="2025-12-18T07:51:52.042" v="9526" actId="1076"/>
        <pc:sldMkLst>
          <pc:docMk/>
          <pc:sldMk cId="1318386182" sldId="258"/>
        </pc:sldMkLst>
        <pc:spChg chg="mod">
          <ac:chgData name="Vaishnavi Karle" userId="24841e4a8b5b751c" providerId="LiveId" clId="{C049401F-86C8-41C1-AC21-21031DA72291}" dt="2025-12-18T07:51:52.042" v="9526" actId="1076"/>
          <ac:spMkLst>
            <pc:docMk/>
            <pc:sldMk cId="1318386182" sldId="258"/>
            <ac:spMk id="2" creationId="{7337E491-75FC-7698-9B4D-298ECE396D68}"/>
          </ac:spMkLst>
        </pc:spChg>
        <pc:spChg chg="add mod">
          <ac:chgData name="Vaishnavi Karle" userId="24841e4a8b5b751c" providerId="LiveId" clId="{C049401F-86C8-41C1-AC21-21031DA72291}" dt="2025-12-03T13:41:06.749" v="7859" actId="207"/>
          <ac:spMkLst>
            <pc:docMk/>
            <pc:sldMk cId="1318386182" sldId="258"/>
            <ac:spMk id="5" creationId="{C2F3F703-94C1-F2F7-C061-739D8F7814FC}"/>
          </ac:spMkLst>
        </pc:spChg>
      </pc:sldChg>
      <pc:sldChg chg="addSp delSp modSp mod setBg">
        <pc:chgData name="Vaishnavi Karle" userId="24841e4a8b5b751c" providerId="LiveId" clId="{C049401F-86C8-41C1-AC21-21031DA72291}" dt="2025-12-04T10:35:24.282" v="9495" actId="1076"/>
        <pc:sldMkLst>
          <pc:docMk/>
          <pc:sldMk cId="3884892988" sldId="259"/>
        </pc:sldMkLst>
        <pc:spChg chg="mod">
          <ac:chgData name="Vaishnavi Karle" userId="24841e4a8b5b751c" providerId="LiveId" clId="{C049401F-86C8-41C1-AC21-21031DA72291}" dt="2025-12-03T13:54:31.597" v="7920" actId="1076"/>
          <ac:spMkLst>
            <pc:docMk/>
            <pc:sldMk cId="3884892988" sldId="259"/>
            <ac:spMk id="2" creationId="{F1428095-4A6F-BCEA-2281-2515D3083C79}"/>
          </ac:spMkLst>
        </pc:spChg>
        <pc:spChg chg="add mod">
          <ac:chgData name="Vaishnavi Karle" userId="24841e4a8b5b751c" providerId="LiveId" clId="{C049401F-86C8-41C1-AC21-21031DA72291}" dt="2025-12-04T10:31:18.290" v="9487" actId="207"/>
          <ac:spMkLst>
            <pc:docMk/>
            <pc:sldMk cId="3884892988" sldId="259"/>
            <ac:spMk id="15" creationId="{8E3248CB-95FD-D942-C994-270305DE3D9E}"/>
          </ac:spMkLst>
        </pc:spChg>
        <pc:spChg chg="add mod">
          <ac:chgData name="Vaishnavi Karle" userId="24841e4a8b5b751c" providerId="LiveId" clId="{C049401F-86C8-41C1-AC21-21031DA72291}" dt="2025-12-04T10:33:55.855" v="9492" actId="207"/>
          <ac:spMkLst>
            <pc:docMk/>
            <pc:sldMk cId="3884892988" sldId="259"/>
            <ac:spMk id="16" creationId="{4919744F-10A3-5418-8668-DABF0923D870}"/>
          </ac:spMkLst>
        </pc:spChg>
        <pc:spChg chg="add mod">
          <ac:chgData name="Vaishnavi Karle" userId="24841e4a8b5b751c" providerId="LiveId" clId="{C049401F-86C8-41C1-AC21-21031DA72291}" dt="2025-12-04T10:35:15.189" v="9494" actId="1076"/>
          <ac:spMkLst>
            <pc:docMk/>
            <pc:sldMk cId="3884892988" sldId="259"/>
            <ac:spMk id="17" creationId="{980873C7-8BEB-4CA7-C073-F31E80F23231}"/>
          </ac:spMkLst>
        </pc:spChg>
        <pc:spChg chg="add mod">
          <ac:chgData name="Vaishnavi Karle" userId="24841e4a8b5b751c" providerId="LiveId" clId="{C049401F-86C8-41C1-AC21-21031DA72291}" dt="2025-12-04T10:33:55.855" v="9492" actId="207"/>
          <ac:spMkLst>
            <pc:docMk/>
            <pc:sldMk cId="3884892988" sldId="259"/>
            <ac:spMk id="18" creationId="{FB8E2BB7-D6AF-86E9-FED8-AB9B04766631}"/>
          </ac:spMkLst>
        </pc:spChg>
        <pc:spChg chg="add mod">
          <ac:chgData name="Vaishnavi Karle" userId="24841e4a8b5b751c" providerId="LiveId" clId="{C049401F-86C8-41C1-AC21-21031DA72291}" dt="2025-12-04T10:33:55.855" v="9492" actId="207"/>
          <ac:spMkLst>
            <pc:docMk/>
            <pc:sldMk cId="3884892988" sldId="259"/>
            <ac:spMk id="19" creationId="{514FEF02-CC88-B6F3-1D93-BD1834F64D68}"/>
          </ac:spMkLst>
        </pc:spChg>
        <pc:spChg chg="add mod">
          <ac:chgData name="Vaishnavi Karle" userId="24841e4a8b5b751c" providerId="LiveId" clId="{C049401F-86C8-41C1-AC21-21031DA72291}" dt="2025-12-04T10:35:24.282" v="9495" actId="1076"/>
          <ac:spMkLst>
            <pc:docMk/>
            <pc:sldMk cId="3884892988" sldId="259"/>
            <ac:spMk id="20" creationId="{187D0918-2568-5E6A-56BC-4BC4A857DA7A}"/>
          </ac:spMkLst>
        </pc:spChg>
        <pc:spChg chg="add mod">
          <ac:chgData name="Vaishnavi Karle" userId="24841e4a8b5b751c" providerId="LiveId" clId="{C049401F-86C8-41C1-AC21-21031DA72291}" dt="2025-12-04T10:33:55.855" v="9492" actId="207"/>
          <ac:spMkLst>
            <pc:docMk/>
            <pc:sldMk cId="3884892988" sldId="259"/>
            <ac:spMk id="21" creationId="{2D35C236-1D2E-031D-5AF4-51BA866CE38B}"/>
          </ac:spMkLst>
        </pc:spChg>
        <pc:spChg chg="add mod">
          <ac:chgData name="Vaishnavi Karle" userId="24841e4a8b5b751c" providerId="LiveId" clId="{C049401F-86C8-41C1-AC21-21031DA72291}" dt="2025-12-04T10:33:55.855" v="9492" actId="207"/>
          <ac:spMkLst>
            <pc:docMk/>
            <pc:sldMk cId="3884892988" sldId="259"/>
            <ac:spMk id="22" creationId="{A0206977-F31E-E75A-97A5-67A0CAA2E024}"/>
          </ac:spMkLst>
        </pc:spChg>
        <pc:spChg chg="add mod">
          <ac:chgData name="Vaishnavi Karle" userId="24841e4a8b5b751c" providerId="LiveId" clId="{C049401F-86C8-41C1-AC21-21031DA72291}" dt="2025-12-04T10:31:57.973" v="9489" actId="11530"/>
          <ac:spMkLst>
            <pc:docMk/>
            <pc:sldMk cId="3884892988" sldId="259"/>
            <ac:spMk id="23" creationId="{795BFE8A-99FD-5F2E-716B-28644FB34C47}"/>
          </ac:spMkLst>
        </pc:spChg>
        <pc:spChg chg="add mod">
          <ac:chgData name="Vaishnavi Karle" userId="24841e4a8b5b751c" providerId="LiveId" clId="{C049401F-86C8-41C1-AC21-21031DA72291}" dt="2025-12-04T10:31:57.973" v="9489" actId="11530"/>
          <ac:spMkLst>
            <pc:docMk/>
            <pc:sldMk cId="3884892988" sldId="259"/>
            <ac:spMk id="25" creationId="{495D8A13-92DC-A025-944F-9A3D3659097F}"/>
          </ac:spMkLst>
        </pc:spChg>
        <pc:spChg chg="add mod">
          <ac:chgData name="Vaishnavi Karle" userId="24841e4a8b5b751c" providerId="LiveId" clId="{C049401F-86C8-41C1-AC21-21031DA72291}" dt="2025-12-04T10:31:57.973" v="9489" actId="11530"/>
          <ac:spMkLst>
            <pc:docMk/>
            <pc:sldMk cId="3884892988" sldId="259"/>
            <ac:spMk id="26" creationId="{921DF702-92E1-53F3-9442-77F7E7517123}"/>
          </ac:spMkLst>
        </pc:spChg>
        <pc:spChg chg="add mod">
          <ac:chgData name="Vaishnavi Karle" userId="24841e4a8b5b751c" providerId="LiveId" clId="{C049401F-86C8-41C1-AC21-21031DA72291}" dt="2025-12-04T10:31:18.290" v="9487" actId="207"/>
          <ac:spMkLst>
            <pc:docMk/>
            <pc:sldMk cId="3884892988" sldId="259"/>
            <ac:spMk id="27" creationId="{A07441DF-9E87-BF86-9FFC-52BC8FC33FFD}"/>
          </ac:spMkLst>
        </pc:spChg>
        <pc:spChg chg="add mod">
          <ac:chgData name="Vaishnavi Karle" userId="24841e4a8b5b751c" providerId="LiveId" clId="{C049401F-86C8-41C1-AC21-21031DA72291}" dt="2025-12-04T10:31:57.973" v="9489" actId="11530"/>
          <ac:spMkLst>
            <pc:docMk/>
            <pc:sldMk cId="3884892988" sldId="259"/>
            <ac:spMk id="28" creationId="{D203DF74-FA18-98D0-1450-61D1968916C0}"/>
          </ac:spMkLst>
        </pc:spChg>
        <pc:spChg chg="add mod">
          <ac:chgData name="Vaishnavi Karle" userId="24841e4a8b5b751c" providerId="LiveId" clId="{C049401F-86C8-41C1-AC21-21031DA72291}" dt="2025-12-04T10:31:18.290" v="9487" actId="207"/>
          <ac:spMkLst>
            <pc:docMk/>
            <pc:sldMk cId="3884892988" sldId="259"/>
            <ac:spMk id="29" creationId="{258C3549-FF14-82C8-78F0-580DBE0142F2}"/>
          </ac:spMkLst>
        </pc:spChg>
      </pc:sldChg>
      <pc:sldChg chg="addSp delSp modSp new mod setBg">
        <pc:chgData name="Vaishnavi Karle" userId="24841e4a8b5b751c" providerId="LiveId" clId="{C049401F-86C8-41C1-AC21-21031DA72291}" dt="2025-12-04T10:03:38.399" v="9290"/>
        <pc:sldMkLst>
          <pc:docMk/>
          <pc:sldMk cId="535305375" sldId="260"/>
        </pc:sldMkLst>
        <pc:spChg chg="add mod">
          <ac:chgData name="Vaishnavi Karle" userId="24841e4a8b5b751c" providerId="LiveId" clId="{C049401F-86C8-41C1-AC21-21031DA72291}" dt="2025-12-03T13:47:45.340" v="7891" actId="14861"/>
          <ac:spMkLst>
            <pc:docMk/>
            <pc:sldMk cId="535305375" sldId="260"/>
            <ac:spMk id="2" creationId="{53F0ABA6-A249-4DAB-16B7-0400A63CB4E6}"/>
          </ac:spMkLst>
        </pc:spChg>
        <pc:spChg chg="add mod">
          <ac:chgData name="Vaishnavi Karle" userId="24841e4a8b5b751c" providerId="LiveId" clId="{C049401F-86C8-41C1-AC21-21031DA72291}" dt="2025-12-02T15:49:37.236" v="2644" actId="197"/>
          <ac:spMkLst>
            <pc:docMk/>
            <pc:sldMk cId="535305375" sldId="260"/>
            <ac:spMk id="4" creationId="{DF5FCF48-9A71-87C4-B36D-3C3639E3B532}"/>
          </ac:spMkLst>
        </pc:spChg>
        <pc:picChg chg="add mod">
          <ac:chgData name="Vaishnavi Karle" userId="24841e4a8b5b751c" providerId="LiveId" clId="{C049401F-86C8-41C1-AC21-21031DA72291}" dt="2025-12-02T16:22:21.932" v="2681" actId="14100"/>
          <ac:picMkLst>
            <pc:docMk/>
            <pc:sldMk cId="535305375" sldId="260"/>
            <ac:picMk id="6" creationId="{FCFA5807-2105-BD94-77E0-9624894D316C}"/>
          </ac:picMkLst>
        </pc:picChg>
      </pc:sldChg>
      <pc:sldChg chg="addSp modSp new mod setBg">
        <pc:chgData name="Vaishnavi Karle" userId="24841e4a8b5b751c" providerId="LiveId" clId="{C049401F-86C8-41C1-AC21-21031DA72291}" dt="2025-12-08T19:55:36.501" v="9508" actId="1076"/>
        <pc:sldMkLst>
          <pc:docMk/>
          <pc:sldMk cId="72333128" sldId="261"/>
        </pc:sldMkLst>
        <pc:spChg chg="add mod">
          <ac:chgData name="Vaishnavi Karle" userId="24841e4a8b5b751c" providerId="LiveId" clId="{C049401F-86C8-41C1-AC21-21031DA72291}" dt="2025-12-03T13:47:25.712" v="7890" actId="207"/>
          <ac:spMkLst>
            <pc:docMk/>
            <pc:sldMk cId="72333128" sldId="261"/>
            <ac:spMk id="2" creationId="{24ECA2AF-5081-C97A-FF8B-53916E8C8C73}"/>
          </ac:spMkLst>
        </pc:spChg>
        <pc:spChg chg="add mod">
          <ac:chgData name="Vaishnavi Karle" userId="24841e4a8b5b751c" providerId="LiveId" clId="{C049401F-86C8-41C1-AC21-21031DA72291}" dt="2025-12-08T19:55:36.501" v="9508" actId="1076"/>
          <ac:spMkLst>
            <pc:docMk/>
            <pc:sldMk cId="72333128" sldId="261"/>
            <ac:spMk id="3" creationId="{628B8BE7-CAC7-55AC-EBF6-5B807B2DA1C5}"/>
          </ac:spMkLst>
        </pc:spChg>
      </pc:sldChg>
      <pc:sldChg chg="addSp delSp modSp new mod setBg">
        <pc:chgData name="Vaishnavi Karle" userId="24841e4a8b5b751c" providerId="LiveId" clId="{C049401F-86C8-41C1-AC21-21031DA72291}" dt="2025-12-04T10:05:14.960" v="9296" actId="1076"/>
        <pc:sldMkLst>
          <pc:docMk/>
          <pc:sldMk cId="543308802" sldId="262"/>
        </pc:sldMkLst>
        <pc:spChg chg="add mod">
          <ac:chgData name="Vaishnavi Karle" userId="24841e4a8b5b751c" providerId="LiveId" clId="{C049401F-86C8-41C1-AC21-21031DA72291}" dt="2025-12-03T13:42:20.575" v="7866" actId="113"/>
          <ac:spMkLst>
            <pc:docMk/>
            <pc:sldMk cId="543308802" sldId="262"/>
            <ac:spMk id="2" creationId="{A72A85A1-1EE1-C602-8584-6186A5E1D97B}"/>
          </ac:spMkLst>
        </pc:spChg>
        <pc:spChg chg="add mod">
          <ac:chgData name="Vaishnavi Karle" userId="24841e4a8b5b751c" providerId="LiveId" clId="{C049401F-86C8-41C1-AC21-21031DA72291}" dt="2025-12-02T19:08:37.501" v="3228" actId="2711"/>
          <ac:spMkLst>
            <pc:docMk/>
            <pc:sldMk cId="543308802" sldId="262"/>
            <ac:spMk id="3" creationId="{CE8469A6-355B-F6E0-62B7-FAD164508030}"/>
          </ac:spMkLst>
        </pc:spChg>
        <pc:spChg chg="add mod">
          <ac:chgData name="Vaishnavi Karle" userId="24841e4a8b5b751c" providerId="LiveId" clId="{C049401F-86C8-41C1-AC21-21031DA72291}" dt="2025-12-04T10:05:14.960" v="9296" actId="1076"/>
          <ac:spMkLst>
            <pc:docMk/>
            <pc:sldMk cId="543308802" sldId="262"/>
            <ac:spMk id="4" creationId="{FE239403-A431-DF04-6B33-225BA463F74C}"/>
          </ac:spMkLst>
        </pc:spChg>
        <pc:picChg chg="add mod">
          <ac:chgData name="Vaishnavi Karle" userId="24841e4a8b5b751c" providerId="LiveId" clId="{C049401F-86C8-41C1-AC21-21031DA72291}" dt="2025-12-02T19:58:48.713" v="6053" actId="1036"/>
          <ac:picMkLst>
            <pc:docMk/>
            <pc:sldMk cId="543308802" sldId="262"/>
            <ac:picMk id="1030" creationId="{4F33B286-DC82-5D67-60A1-B082DBC7C974}"/>
          </ac:picMkLst>
        </pc:picChg>
      </pc:sldChg>
      <pc:sldChg chg="addSp modSp new mod setBg">
        <pc:chgData name="Vaishnavi Karle" userId="24841e4a8b5b751c" providerId="LiveId" clId="{C049401F-86C8-41C1-AC21-21031DA72291}" dt="2025-12-04T10:05:59.360" v="9297"/>
        <pc:sldMkLst>
          <pc:docMk/>
          <pc:sldMk cId="2824169487" sldId="263"/>
        </pc:sldMkLst>
        <pc:spChg chg="add mod">
          <ac:chgData name="Vaishnavi Karle" userId="24841e4a8b5b751c" providerId="LiveId" clId="{C049401F-86C8-41C1-AC21-21031DA72291}" dt="2025-12-02T19:15:47.881" v="3734" actId="14100"/>
          <ac:spMkLst>
            <pc:docMk/>
            <pc:sldMk cId="2824169487" sldId="263"/>
            <ac:spMk id="2" creationId="{8E27CB3B-69E8-7EAC-0796-890913231B2A}"/>
          </ac:spMkLst>
        </pc:spChg>
        <pc:spChg chg="add mod">
          <ac:chgData name="Vaishnavi Karle" userId="24841e4a8b5b751c" providerId="LiveId" clId="{C049401F-86C8-41C1-AC21-21031DA72291}" dt="2025-12-02T19:16:08.157" v="3736" actId="113"/>
          <ac:spMkLst>
            <pc:docMk/>
            <pc:sldMk cId="2824169487" sldId="263"/>
            <ac:spMk id="3" creationId="{138376B0-121F-05AB-DFAA-FD482C6BE654}"/>
          </ac:spMkLst>
        </pc:spChg>
        <pc:spChg chg="add mod">
          <ac:chgData name="Vaishnavi Karle" userId="24841e4a8b5b751c" providerId="LiveId" clId="{C049401F-86C8-41C1-AC21-21031DA72291}" dt="2025-12-03T15:36:03.226" v="7968" actId="115"/>
          <ac:spMkLst>
            <pc:docMk/>
            <pc:sldMk cId="2824169487" sldId="263"/>
            <ac:spMk id="6" creationId="{4E0423CD-0BC7-6610-1238-CE1651F458A8}"/>
          </ac:spMkLst>
        </pc:spChg>
        <pc:spChg chg="add mod">
          <ac:chgData name="Vaishnavi Karle" userId="24841e4a8b5b751c" providerId="LiveId" clId="{C049401F-86C8-41C1-AC21-21031DA72291}" dt="2025-12-03T15:36:07.379" v="7969" actId="115"/>
          <ac:spMkLst>
            <pc:docMk/>
            <pc:sldMk cId="2824169487" sldId="263"/>
            <ac:spMk id="7" creationId="{47F6B131-1504-56AB-BDBD-0A5873054965}"/>
          </ac:spMkLst>
        </pc:spChg>
        <pc:picChg chg="add mod">
          <ac:chgData name="Vaishnavi Karle" userId="24841e4a8b5b751c" providerId="LiveId" clId="{C049401F-86C8-41C1-AC21-21031DA72291}" dt="2025-12-03T08:07:42.131" v="6822" actId="1076"/>
          <ac:picMkLst>
            <pc:docMk/>
            <pc:sldMk cId="2824169487" sldId="263"/>
            <ac:picMk id="2050" creationId="{9F2B0A86-246C-681F-1323-36A2A2AD798A}"/>
          </ac:picMkLst>
        </pc:picChg>
        <pc:picChg chg="add mod">
          <ac:chgData name="Vaishnavi Karle" userId="24841e4a8b5b751c" providerId="LiveId" clId="{C049401F-86C8-41C1-AC21-21031DA72291}" dt="2025-12-03T08:07:49.388" v="6823" actId="1076"/>
          <ac:picMkLst>
            <pc:docMk/>
            <pc:sldMk cId="2824169487" sldId="263"/>
            <ac:picMk id="3074" creationId="{EED599DA-BE5D-BCA1-62F7-D82EB5925649}"/>
          </ac:picMkLst>
        </pc:picChg>
        <pc:cxnChg chg="add mod">
          <ac:chgData name="Vaishnavi Karle" userId="24841e4a8b5b751c" providerId="LiveId" clId="{C049401F-86C8-41C1-AC21-21031DA72291}" dt="2025-12-02T20:02:31.772" v="6069" actId="13822"/>
          <ac:cxnSpMkLst>
            <pc:docMk/>
            <pc:sldMk cId="2824169487" sldId="263"/>
            <ac:cxnSpMk id="5" creationId="{6CFFC9E0-0891-89D6-3F74-60C802ECB82C}"/>
          </ac:cxnSpMkLst>
        </pc:cxnChg>
      </pc:sldChg>
      <pc:sldChg chg="addSp delSp modSp new mod setBg">
        <pc:chgData name="Vaishnavi Karle" userId="24841e4a8b5b751c" providerId="LiveId" clId="{C049401F-86C8-41C1-AC21-21031DA72291}" dt="2025-12-04T10:06:06.708" v="9298"/>
        <pc:sldMkLst>
          <pc:docMk/>
          <pc:sldMk cId="1088543429" sldId="264"/>
        </pc:sldMkLst>
        <pc:spChg chg="add mod">
          <ac:chgData name="Vaishnavi Karle" userId="24841e4a8b5b751c" providerId="LiveId" clId="{C049401F-86C8-41C1-AC21-21031DA72291}" dt="2025-12-02T19:21:58.461" v="4096" actId="1076"/>
          <ac:spMkLst>
            <pc:docMk/>
            <pc:sldMk cId="1088543429" sldId="264"/>
            <ac:spMk id="2" creationId="{EEA7B4F9-BCE8-C7A7-DB4B-8A191F02DD21}"/>
          </ac:spMkLst>
        </pc:spChg>
        <pc:spChg chg="add mod">
          <ac:chgData name="Vaishnavi Karle" userId="24841e4a8b5b751c" providerId="LiveId" clId="{C049401F-86C8-41C1-AC21-21031DA72291}" dt="2025-12-02T19:21:42.522" v="4095" actId="1076"/>
          <ac:spMkLst>
            <pc:docMk/>
            <pc:sldMk cId="1088543429" sldId="264"/>
            <ac:spMk id="4" creationId="{3F75C1EC-44C0-3141-0AAD-0B519A9003D3}"/>
          </ac:spMkLst>
        </pc:spChg>
        <pc:spChg chg="add mod">
          <ac:chgData name="Vaishnavi Karle" userId="24841e4a8b5b751c" providerId="LiveId" clId="{C049401F-86C8-41C1-AC21-21031DA72291}" dt="2025-12-03T15:36:25.226" v="7970" actId="115"/>
          <ac:spMkLst>
            <pc:docMk/>
            <pc:sldMk cId="1088543429" sldId="264"/>
            <ac:spMk id="9" creationId="{82F5E1F5-2448-46BE-3884-CAD8A039CBB6}"/>
          </ac:spMkLst>
        </pc:spChg>
        <pc:spChg chg="add mod">
          <ac:chgData name="Vaishnavi Karle" userId="24841e4a8b5b751c" providerId="LiveId" clId="{C049401F-86C8-41C1-AC21-21031DA72291}" dt="2025-12-03T15:36:28.497" v="7971" actId="115"/>
          <ac:spMkLst>
            <pc:docMk/>
            <pc:sldMk cId="1088543429" sldId="264"/>
            <ac:spMk id="10" creationId="{29D8EEE3-9461-FB52-0658-63179545D282}"/>
          </ac:spMkLst>
        </pc:spChg>
        <pc:picChg chg="add mod">
          <ac:chgData name="Vaishnavi Karle" userId="24841e4a8b5b751c" providerId="LiveId" clId="{C049401F-86C8-41C1-AC21-21031DA72291}" dt="2025-12-02T16:44:24.281" v="2886" actId="1076"/>
          <ac:picMkLst>
            <pc:docMk/>
            <pc:sldMk cId="1088543429" sldId="264"/>
            <ac:picMk id="4098" creationId="{CF39D3C7-047D-62B4-11A1-124F44BA1E8B}"/>
          </ac:picMkLst>
        </pc:picChg>
        <pc:picChg chg="add mod">
          <ac:chgData name="Vaishnavi Karle" userId="24841e4a8b5b751c" providerId="LiveId" clId="{C049401F-86C8-41C1-AC21-21031DA72291}" dt="2025-12-02T16:44:29.810" v="2887" actId="1076"/>
          <ac:picMkLst>
            <pc:docMk/>
            <pc:sldMk cId="1088543429" sldId="264"/>
            <ac:picMk id="5122" creationId="{26C9DAA0-B828-A673-3873-4F8B23322F5A}"/>
          </ac:picMkLst>
        </pc:picChg>
        <pc:cxnChg chg="add mod">
          <ac:chgData name="Vaishnavi Karle" userId="24841e4a8b5b751c" providerId="LiveId" clId="{C049401F-86C8-41C1-AC21-21031DA72291}" dt="2025-12-02T20:02:42.304" v="6070" actId="13822"/>
          <ac:cxnSpMkLst>
            <pc:docMk/>
            <pc:sldMk cId="1088543429" sldId="264"/>
            <ac:cxnSpMk id="8" creationId="{CC54967D-37B5-4BF4-0D07-91ABB2662E6F}"/>
          </ac:cxnSpMkLst>
        </pc:cxnChg>
      </pc:sldChg>
      <pc:sldChg chg="addSp delSp modSp new mod setBg">
        <pc:chgData name="Vaishnavi Karle" userId="24841e4a8b5b751c" providerId="LiveId" clId="{C049401F-86C8-41C1-AC21-21031DA72291}" dt="2025-12-04T10:06:53.681" v="9303" actId="1076"/>
        <pc:sldMkLst>
          <pc:docMk/>
          <pc:sldMk cId="4045527913" sldId="265"/>
        </pc:sldMkLst>
        <pc:spChg chg="add del mod">
          <ac:chgData name="Vaishnavi Karle" userId="24841e4a8b5b751c" providerId="LiveId" clId="{C049401F-86C8-41C1-AC21-21031DA72291}" dt="2025-12-04T10:06:53.681" v="9303" actId="1076"/>
          <ac:spMkLst>
            <pc:docMk/>
            <pc:sldMk cId="4045527913" sldId="265"/>
            <ac:spMk id="2" creationId="{5ABEAB80-0F03-4448-8AEC-0729078D591C}"/>
          </ac:spMkLst>
        </pc:spChg>
        <pc:spChg chg="add del mod">
          <ac:chgData name="Vaishnavi Karle" userId="24841e4a8b5b751c" providerId="LiveId" clId="{C049401F-86C8-41C1-AC21-21031DA72291}" dt="2025-12-04T10:06:46.557" v="9302" actId="1076"/>
          <ac:spMkLst>
            <pc:docMk/>
            <pc:sldMk cId="4045527913" sldId="265"/>
            <ac:spMk id="3" creationId="{7F9D225B-E027-7C71-9C29-1C4BE36550D8}"/>
          </ac:spMkLst>
        </pc:spChg>
        <pc:spChg chg="add mod">
          <ac:chgData name="Vaishnavi Karle" userId="24841e4a8b5b751c" providerId="LiveId" clId="{C049401F-86C8-41C1-AC21-21031DA72291}" dt="2025-12-04T10:06:24.088" v="9300" actId="1076"/>
          <ac:spMkLst>
            <pc:docMk/>
            <pc:sldMk cId="4045527913" sldId="265"/>
            <ac:spMk id="5" creationId="{81AF17ED-454A-71C1-0798-4CADDF2CE10D}"/>
          </ac:spMkLst>
        </pc:spChg>
        <pc:spChg chg="add mod">
          <ac:chgData name="Vaishnavi Karle" userId="24841e4a8b5b751c" providerId="LiveId" clId="{C049401F-86C8-41C1-AC21-21031DA72291}" dt="2025-12-03T15:36:37.084" v="7972" actId="115"/>
          <ac:spMkLst>
            <pc:docMk/>
            <pc:sldMk cId="4045527913" sldId="265"/>
            <ac:spMk id="8" creationId="{4F3818E7-BADD-7C68-8C4E-3C4AE28A3D22}"/>
          </ac:spMkLst>
        </pc:spChg>
        <pc:spChg chg="add mod">
          <ac:chgData name="Vaishnavi Karle" userId="24841e4a8b5b751c" providerId="LiveId" clId="{C049401F-86C8-41C1-AC21-21031DA72291}" dt="2025-12-03T15:36:40.711" v="7973" actId="115"/>
          <ac:spMkLst>
            <pc:docMk/>
            <pc:sldMk cId="4045527913" sldId="265"/>
            <ac:spMk id="9" creationId="{DC2553C1-0522-C57C-0236-1AEA75A8B9AD}"/>
          </ac:spMkLst>
        </pc:spChg>
        <pc:picChg chg="add mod">
          <ac:chgData name="Vaishnavi Karle" userId="24841e4a8b5b751c" providerId="LiveId" clId="{C049401F-86C8-41C1-AC21-21031DA72291}" dt="2025-12-03T08:12:22.692" v="6876" actId="1076"/>
          <ac:picMkLst>
            <pc:docMk/>
            <pc:sldMk cId="4045527913" sldId="265"/>
            <ac:picMk id="4104" creationId="{8FC874ED-0621-985D-68BE-A9BED59F636E}"/>
          </ac:picMkLst>
        </pc:picChg>
        <pc:picChg chg="add mod">
          <ac:chgData name="Vaishnavi Karle" userId="24841e4a8b5b751c" providerId="LiveId" clId="{C049401F-86C8-41C1-AC21-21031DA72291}" dt="2025-12-03T08:12:34.565" v="6878" actId="1076"/>
          <ac:picMkLst>
            <pc:docMk/>
            <pc:sldMk cId="4045527913" sldId="265"/>
            <ac:picMk id="4106" creationId="{D4D03820-BD69-A3E2-3072-C7835EFD544D}"/>
          </ac:picMkLst>
        </pc:picChg>
        <pc:cxnChg chg="add mod">
          <ac:chgData name="Vaishnavi Karle" userId="24841e4a8b5b751c" providerId="LiveId" clId="{C049401F-86C8-41C1-AC21-21031DA72291}" dt="2025-12-02T20:03:26.352" v="6074" actId="13822"/>
          <ac:cxnSpMkLst>
            <pc:docMk/>
            <pc:sldMk cId="4045527913" sldId="265"/>
            <ac:cxnSpMk id="7" creationId="{396C8CF9-E9DC-923D-593B-5CD4D0322358}"/>
          </ac:cxnSpMkLst>
        </pc:cxnChg>
      </pc:sldChg>
      <pc:sldChg chg="addSp delSp modSp new mod setBg">
        <pc:chgData name="Vaishnavi Karle" userId="24841e4a8b5b751c" providerId="LiveId" clId="{C049401F-86C8-41C1-AC21-21031DA72291}" dt="2025-12-04T10:07:11.130" v="9306" actId="1076"/>
        <pc:sldMkLst>
          <pc:docMk/>
          <pc:sldMk cId="2721056575" sldId="266"/>
        </pc:sldMkLst>
        <pc:spChg chg="add mod">
          <ac:chgData name="Vaishnavi Karle" userId="24841e4a8b5b751c" providerId="LiveId" clId="{C049401F-86C8-41C1-AC21-21031DA72291}" dt="2025-12-04T10:07:06.794" v="9305" actId="1076"/>
          <ac:spMkLst>
            <pc:docMk/>
            <pc:sldMk cId="2721056575" sldId="266"/>
            <ac:spMk id="2" creationId="{718EAAC2-1B80-6570-65BB-C61B75856E2E}"/>
          </ac:spMkLst>
        </pc:spChg>
        <pc:spChg chg="add mod">
          <ac:chgData name="Vaishnavi Karle" userId="24841e4a8b5b751c" providerId="LiveId" clId="{C049401F-86C8-41C1-AC21-21031DA72291}" dt="2025-12-04T10:07:11.130" v="9306" actId="1076"/>
          <ac:spMkLst>
            <pc:docMk/>
            <pc:sldMk cId="2721056575" sldId="266"/>
            <ac:spMk id="3" creationId="{3D5061B7-D149-5451-2758-14530A959AF7}"/>
          </ac:spMkLst>
        </pc:spChg>
        <pc:spChg chg="add mod">
          <ac:chgData name="Vaishnavi Karle" userId="24841e4a8b5b751c" providerId="LiveId" clId="{C049401F-86C8-41C1-AC21-21031DA72291}" dt="2025-12-03T15:36:46.753" v="7974" actId="115"/>
          <ac:spMkLst>
            <pc:docMk/>
            <pc:sldMk cId="2721056575" sldId="266"/>
            <ac:spMk id="6" creationId="{6D750951-9807-B95A-F6D3-9EC23C9D2C09}"/>
          </ac:spMkLst>
        </pc:spChg>
        <pc:spChg chg="add mod">
          <ac:chgData name="Vaishnavi Karle" userId="24841e4a8b5b751c" providerId="LiveId" clId="{C049401F-86C8-41C1-AC21-21031DA72291}" dt="2025-12-03T15:36:49.912" v="7975" actId="115"/>
          <ac:spMkLst>
            <pc:docMk/>
            <pc:sldMk cId="2721056575" sldId="266"/>
            <ac:spMk id="7" creationId="{DC9E37CF-C2B6-02E1-27FE-00F902BDDEEE}"/>
          </ac:spMkLst>
        </pc:spChg>
        <pc:picChg chg="add mod">
          <ac:chgData name="Vaishnavi Karle" userId="24841e4a8b5b751c" providerId="LiveId" clId="{C049401F-86C8-41C1-AC21-21031DA72291}" dt="2025-12-03T08:15:56.445" v="6924" actId="1076"/>
          <ac:picMkLst>
            <pc:docMk/>
            <pc:sldMk cId="2721056575" sldId="266"/>
            <ac:picMk id="5124" creationId="{ACAFE5F8-F0FD-5450-5416-9436DEDB0A96}"/>
          </ac:picMkLst>
        </pc:picChg>
        <pc:picChg chg="add mod">
          <ac:chgData name="Vaishnavi Karle" userId="24841e4a8b5b751c" providerId="LiveId" clId="{C049401F-86C8-41C1-AC21-21031DA72291}" dt="2025-12-03T08:15:52.583" v="6923" actId="1076"/>
          <ac:picMkLst>
            <pc:docMk/>
            <pc:sldMk cId="2721056575" sldId="266"/>
            <ac:picMk id="5126" creationId="{EB1D560E-6D82-5C5C-8A65-D611A3BA5767}"/>
          </ac:picMkLst>
        </pc:picChg>
        <pc:cxnChg chg="add mod">
          <ac:chgData name="Vaishnavi Karle" userId="24841e4a8b5b751c" providerId="LiveId" clId="{C049401F-86C8-41C1-AC21-21031DA72291}" dt="2025-12-02T20:04:41.253" v="6079" actId="13822"/>
          <ac:cxnSpMkLst>
            <pc:docMk/>
            <pc:sldMk cId="2721056575" sldId="266"/>
            <ac:cxnSpMk id="5" creationId="{08D3F8CE-3F96-BFC3-3622-96F39AAD65DA}"/>
          </ac:cxnSpMkLst>
        </pc:cxnChg>
      </pc:sldChg>
      <pc:sldChg chg="addSp modSp new setBg">
        <pc:chgData name="Vaishnavi Karle" userId="24841e4a8b5b751c" providerId="LiveId" clId="{C049401F-86C8-41C1-AC21-21031DA72291}" dt="2025-12-04T10:07:33.482" v="9308"/>
        <pc:sldMkLst>
          <pc:docMk/>
          <pc:sldMk cId="1811154231" sldId="267"/>
        </pc:sldMkLst>
        <pc:picChg chg="add mod">
          <ac:chgData name="Vaishnavi Karle" userId="24841e4a8b5b751c" providerId="LiveId" clId="{C049401F-86C8-41C1-AC21-21031DA72291}" dt="2025-12-02T16:49:03.944" v="2964" actId="14100"/>
          <ac:picMkLst>
            <pc:docMk/>
            <pc:sldMk cId="1811154231" sldId="267"/>
            <ac:picMk id="6146" creationId="{65C21E92-B5E3-664F-36A5-0A0A5EFBF227}"/>
          </ac:picMkLst>
        </pc:picChg>
      </pc:sldChg>
      <pc:sldChg chg="addSp delSp modSp new mod setBg">
        <pc:chgData name="Vaishnavi Karle" userId="24841e4a8b5b751c" providerId="LiveId" clId="{C049401F-86C8-41C1-AC21-21031DA72291}" dt="2025-12-04T10:08:38.405" v="9315" actId="208"/>
        <pc:sldMkLst>
          <pc:docMk/>
          <pc:sldMk cId="3866057248" sldId="268"/>
        </pc:sldMkLst>
        <pc:spChg chg="add mod">
          <ac:chgData name="Vaishnavi Karle" userId="24841e4a8b5b751c" providerId="LiveId" clId="{C049401F-86C8-41C1-AC21-21031DA72291}" dt="2025-12-04T10:08:38.405" v="9315" actId="208"/>
          <ac:spMkLst>
            <pc:docMk/>
            <pc:sldMk cId="3866057248" sldId="268"/>
            <ac:spMk id="2" creationId="{590F6748-87B4-E43D-0869-F3CF253B721A}"/>
          </ac:spMkLst>
        </pc:spChg>
        <pc:spChg chg="add mod">
          <ac:chgData name="Vaishnavi Karle" userId="24841e4a8b5b751c" providerId="LiveId" clId="{C049401F-86C8-41C1-AC21-21031DA72291}" dt="2025-12-04T10:08:30.948" v="9314" actId="208"/>
          <ac:spMkLst>
            <pc:docMk/>
            <pc:sldMk cId="3866057248" sldId="268"/>
            <ac:spMk id="3" creationId="{9880DE0F-E1C5-BA21-7859-01D7CCD74971}"/>
          </ac:spMkLst>
        </pc:spChg>
        <pc:spChg chg="add mod">
          <ac:chgData name="Vaishnavi Karle" userId="24841e4a8b5b751c" providerId="LiveId" clId="{C049401F-86C8-41C1-AC21-21031DA72291}" dt="2025-12-03T13:44:17.048" v="7873" actId="207"/>
          <ac:spMkLst>
            <pc:docMk/>
            <pc:sldMk cId="3866057248" sldId="268"/>
            <ac:spMk id="4" creationId="{E8A17703-8B78-1BE2-E57C-E60D8B156445}"/>
          </ac:spMkLst>
        </pc:spChg>
        <pc:picChg chg="add mod">
          <ac:chgData name="Vaishnavi Karle" userId="24841e4a8b5b751c" providerId="LiveId" clId="{C049401F-86C8-41C1-AC21-21031DA72291}" dt="2025-12-03T15:44:15.775" v="7997" actId="1076"/>
          <ac:picMkLst>
            <pc:docMk/>
            <pc:sldMk cId="3866057248" sldId="268"/>
            <ac:picMk id="5" creationId="{D6F4E36C-5E8A-E02D-D2EF-6DE8E6225760}"/>
          </ac:picMkLst>
        </pc:picChg>
        <pc:picChg chg="add mod modCrop">
          <ac:chgData name="Vaishnavi Karle" userId="24841e4a8b5b751c" providerId="LiveId" clId="{C049401F-86C8-41C1-AC21-21031DA72291}" dt="2025-12-03T15:45:15.261" v="8005" actId="1076"/>
          <ac:picMkLst>
            <pc:docMk/>
            <pc:sldMk cId="3866057248" sldId="268"/>
            <ac:picMk id="8" creationId="{7253DDAC-E15B-3AC8-79D1-DCDBC306DE9B}"/>
          </ac:picMkLst>
        </pc:picChg>
      </pc:sldChg>
      <pc:sldChg chg="addSp delSp modSp new mod setBg">
        <pc:chgData name="Vaishnavi Karle" userId="24841e4a8b5b751c" providerId="LiveId" clId="{C049401F-86C8-41C1-AC21-21031DA72291}" dt="2025-12-04T10:09:34.144" v="9319" actId="208"/>
        <pc:sldMkLst>
          <pc:docMk/>
          <pc:sldMk cId="2302617256" sldId="269"/>
        </pc:sldMkLst>
        <pc:spChg chg="add mod">
          <ac:chgData name="Vaishnavi Karle" userId="24841e4a8b5b751c" providerId="LiveId" clId="{C049401F-86C8-41C1-AC21-21031DA72291}" dt="2025-12-04T10:09:34.144" v="9319" actId="208"/>
          <ac:spMkLst>
            <pc:docMk/>
            <pc:sldMk cId="2302617256" sldId="269"/>
            <ac:spMk id="2" creationId="{3657470B-2CBF-767B-F8D9-9A7EE78DFF37}"/>
          </ac:spMkLst>
        </pc:spChg>
        <pc:spChg chg="add mod">
          <ac:chgData name="Vaishnavi Karle" userId="24841e4a8b5b751c" providerId="LiveId" clId="{C049401F-86C8-41C1-AC21-21031DA72291}" dt="2025-12-04T10:09:25.967" v="9318" actId="208"/>
          <ac:spMkLst>
            <pc:docMk/>
            <pc:sldMk cId="2302617256" sldId="269"/>
            <ac:spMk id="3" creationId="{98E265C3-800D-A69D-A673-959EBBB79112}"/>
          </ac:spMkLst>
        </pc:spChg>
        <pc:picChg chg="add mod">
          <ac:chgData name="Vaishnavi Karle" userId="24841e4a8b5b751c" providerId="LiveId" clId="{C049401F-86C8-41C1-AC21-21031DA72291}" dt="2025-12-03T15:50:30.006" v="8021" actId="1076"/>
          <ac:picMkLst>
            <pc:docMk/>
            <pc:sldMk cId="2302617256" sldId="269"/>
            <ac:picMk id="7" creationId="{18C2E170-F5F6-D941-D2EF-57AEBA3ABE7A}"/>
          </ac:picMkLst>
        </pc:picChg>
        <pc:picChg chg="add mod">
          <ac:chgData name="Vaishnavi Karle" userId="24841e4a8b5b751c" providerId="LiveId" clId="{C049401F-86C8-41C1-AC21-21031DA72291}" dt="2025-12-03T15:50:33.398" v="8022" actId="1076"/>
          <ac:picMkLst>
            <pc:docMk/>
            <pc:sldMk cId="2302617256" sldId="269"/>
            <ac:picMk id="9" creationId="{575F45E4-4200-4523-7457-8084285A99BE}"/>
          </ac:picMkLst>
        </pc:picChg>
      </pc:sldChg>
      <pc:sldChg chg="addSp modSp new mod setBg">
        <pc:chgData name="Vaishnavi Karle" userId="24841e4a8b5b751c" providerId="LiveId" clId="{C049401F-86C8-41C1-AC21-21031DA72291}" dt="2025-12-04T10:04:16.923" v="9292" actId="732"/>
        <pc:sldMkLst>
          <pc:docMk/>
          <pc:sldMk cId="2961865114" sldId="270"/>
        </pc:sldMkLst>
        <pc:picChg chg="add mod">
          <ac:chgData name="Vaishnavi Karle" userId="24841e4a8b5b751c" providerId="LiveId" clId="{C049401F-86C8-41C1-AC21-21031DA72291}" dt="2025-12-02T16:21:12.329" v="2674" actId="14100"/>
          <ac:picMkLst>
            <pc:docMk/>
            <pc:sldMk cId="2961865114" sldId="270"/>
            <ac:picMk id="8" creationId="{65B69713-0256-1DEA-F499-B29F5CA37DA1}"/>
          </ac:picMkLst>
        </pc:picChg>
        <pc:picChg chg="add mod modCrop">
          <ac:chgData name="Vaishnavi Karle" userId="24841e4a8b5b751c" providerId="LiveId" clId="{C049401F-86C8-41C1-AC21-21031DA72291}" dt="2025-12-04T10:04:16.923" v="9292" actId="732"/>
          <ac:picMkLst>
            <pc:docMk/>
            <pc:sldMk cId="2961865114" sldId="270"/>
            <ac:picMk id="10" creationId="{6C5DF1B5-24E0-C174-21C1-FCC80D783017}"/>
          </ac:picMkLst>
        </pc:picChg>
      </pc:sldChg>
      <pc:sldChg chg="addSp modSp new mod setBg">
        <pc:chgData name="Vaishnavi Karle" userId="24841e4a8b5b751c" providerId="LiveId" clId="{C049401F-86C8-41C1-AC21-21031DA72291}" dt="2025-12-04T10:07:23.911" v="9307"/>
        <pc:sldMkLst>
          <pc:docMk/>
          <pc:sldMk cId="4102609919" sldId="271"/>
        </pc:sldMkLst>
        <pc:spChg chg="add mod">
          <ac:chgData name="Vaishnavi Karle" userId="24841e4a8b5b751c" providerId="LiveId" clId="{C049401F-86C8-41C1-AC21-21031DA72291}" dt="2025-12-02T19:57:37.665" v="6044" actId="1076"/>
          <ac:spMkLst>
            <pc:docMk/>
            <pc:sldMk cId="4102609919" sldId="271"/>
            <ac:spMk id="2" creationId="{493389DD-D517-330D-D8B5-5F0241360A46}"/>
          </ac:spMkLst>
        </pc:spChg>
        <pc:spChg chg="add mod">
          <ac:chgData name="Vaishnavi Karle" userId="24841e4a8b5b751c" providerId="LiveId" clId="{C049401F-86C8-41C1-AC21-21031DA72291}" dt="2025-12-02T19:58:12.540" v="6050" actId="113"/>
          <ac:spMkLst>
            <pc:docMk/>
            <pc:sldMk cId="4102609919" sldId="271"/>
            <ac:spMk id="3" creationId="{C31A4C06-FC46-BA2A-9FF5-549A8F451896}"/>
          </ac:spMkLst>
        </pc:spChg>
        <pc:spChg chg="add mod">
          <ac:chgData name="Vaishnavi Karle" userId="24841e4a8b5b751c" providerId="LiveId" clId="{C049401F-86C8-41C1-AC21-21031DA72291}" dt="2025-12-03T15:36:56.703" v="7976" actId="115"/>
          <ac:spMkLst>
            <pc:docMk/>
            <pc:sldMk cId="4102609919" sldId="271"/>
            <ac:spMk id="6" creationId="{17F7E350-0924-8B76-0FEF-43E35647AD49}"/>
          </ac:spMkLst>
        </pc:spChg>
        <pc:spChg chg="add mod">
          <ac:chgData name="Vaishnavi Karle" userId="24841e4a8b5b751c" providerId="LiveId" clId="{C049401F-86C8-41C1-AC21-21031DA72291}" dt="2025-12-03T15:37:01.242" v="7977" actId="115"/>
          <ac:spMkLst>
            <pc:docMk/>
            <pc:sldMk cId="4102609919" sldId="271"/>
            <ac:spMk id="7" creationId="{094E36EE-EB23-0E14-A16C-339E89A7F732}"/>
          </ac:spMkLst>
        </pc:spChg>
        <pc:picChg chg="add mod">
          <ac:chgData name="Vaishnavi Karle" userId="24841e4a8b5b751c" providerId="LiveId" clId="{C049401F-86C8-41C1-AC21-21031DA72291}" dt="2025-12-02T16:46:16.149" v="2910" actId="1076"/>
          <ac:picMkLst>
            <pc:docMk/>
            <pc:sldMk cId="4102609919" sldId="271"/>
            <ac:picMk id="5128" creationId="{8460E4FF-5590-33EE-51BC-B4E7F8B7E997}"/>
          </ac:picMkLst>
        </pc:picChg>
        <pc:picChg chg="add mod">
          <ac:chgData name="Vaishnavi Karle" userId="24841e4a8b5b751c" providerId="LiveId" clId="{C049401F-86C8-41C1-AC21-21031DA72291}" dt="2025-12-02T19:57:27.984" v="6043" actId="1076"/>
          <ac:picMkLst>
            <pc:docMk/>
            <pc:sldMk cId="4102609919" sldId="271"/>
            <ac:picMk id="5130" creationId="{FB6C8466-A280-EB1B-541F-5BC02961C308}"/>
          </ac:picMkLst>
        </pc:picChg>
        <pc:cxnChg chg="add mod">
          <ac:chgData name="Vaishnavi Karle" userId="24841e4a8b5b751c" providerId="LiveId" clId="{C049401F-86C8-41C1-AC21-21031DA72291}" dt="2025-12-02T20:05:20.062" v="6083" actId="13822"/>
          <ac:cxnSpMkLst>
            <pc:docMk/>
            <pc:sldMk cId="4102609919" sldId="271"/>
            <ac:cxnSpMk id="5" creationId="{C3EF3FA0-9911-35BD-847D-871A36B1EC3A}"/>
          </ac:cxnSpMkLst>
        </pc:cxnChg>
      </pc:sldChg>
      <pc:sldChg chg="addSp delSp modSp new mod">
        <pc:chgData name="Vaishnavi Karle" userId="24841e4a8b5b751c" providerId="LiveId" clId="{C049401F-86C8-41C1-AC21-21031DA72291}" dt="2025-12-11T10:18:17.825" v="9525" actId="14100"/>
        <pc:sldMkLst>
          <pc:docMk/>
          <pc:sldMk cId="2586684570" sldId="272"/>
        </pc:sldMkLst>
        <pc:spChg chg="add del mod">
          <ac:chgData name="Vaishnavi Karle" userId="24841e4a8b5b751c" providerId="LiveId" clId="{C049401F-86C8-41C1-AC21-21031DA72291}" dt="2025-12-03T13:40:51.596" v="7858" actId="207"/>
          <ac:spMkLst>
            <pc:docMk/>
            <pc:sldMk cId="2586684570" sldId="272"/>
            <ac:spMk id="2" creationId="{96EDFDB6-0F70-658D-EF4D-778081BF40F9}"/>
          </ac:spMkLst>
        </pc:spChg>
        <pc:spChg chg="add del mod">
          <ac:chgData name="Vaishnavi Karle" userId="24841e4a8b5b751c" providerId="LiveId" clId="{C049401F-86C8-41C1-AC21-21031DA72291}" dt="2025-12-03T09:36:21.096" v="7217" actId="207"/>
          <ac:spMkLst>
            <pc:docMk/>
            <pc:sldMk cId="2586684570" sldId="272"/>
            <ac:spMk id="3" creationId="{B7986D7B-C8FD-77F2-215C-D349CD9F4A8F}"/>
          </ac:spMkLst>
        </pc:spChg>
        <pc:spChg chg="add mod">
          <ac:chgData name="Vaishnavi Karle" userId="24841e4a8b5b751c" providerId="LiveId" clId="{C049401F-86C8-41C1-AC21-21031DA72291}" dt="2025-12-03T11:00:49.621" v="7386" actId="3062"/>
          <ac:spMkLst>
            <pc:docMk/>
            <pc:sldMk cId="2586684570" sldId="272"/>
            <ac:spMk id="4" creationId="{29178673-F7E0-1EE3-3696-3E035785778D}"/>
          </ac:spMkLst>
        </pc:spChg>
        <pc:spChg chg="add mod">
          <ac:chgData name="Vaishnavi Karle" userId="24841e4a8b5b751c" providerId="LiveId" clId="{C049401F-86C8-41C1-AC21-21031DA72291}" dt="2025-12-03T13:33:23.772" v="7855" actId="404"/>
          <ac:spMkLst>
            <pc:docMk/>
            <pc:sldMk cId="2586684570" sldId="272"/>
            <ac:spMk id="5" creationId="{EDAD529F-82AD-EE06-1721-B602DA1D090F}"/>
          </ac:spMkLst>
        </pc:spChg>
        <pc:picChg chg="add mod">
          <ac:chgData name="Vaishnavi Karle" userId="24841e4a8b5b751c" providerId="LiveId" clId="{C049401F-86C8-41C1-AC21-21031DA72291}" dt="2025-12-11T10:18:17.825" v="9525" actId="14100"/>
          <ac:picMkLst>
            <pc:docMk/>
            <pc:sldMk cId="2586684570" sldId="272"/>
            <ac:picMk id="7" creationId="{63C9116F-7054-BB7C-CEFB-F37DE0AAF81B}"/>
          </ac:picMkLst>
        </pc:picChg>
      </pc:sldChg>
      <pc:sldChg chg="addSp delSp modSp new mod setBg">
        <pc:chgData name="Vaishnavi Karle" userId="24841e4a8b5b751c" providerId="LiveId" clId="{C049401F-86C8-41C1-AC21-21031DA72291}" dt="2025-12-11T10:17:45.742" v="9523" actId="14100"/>
        <pc:sldMkLst>
          <pc:docMk/>
          <pc:sldMk cId="3957195878" sldId="273"/>
        </pc:sldMkLst>
        <pc:picChg chg="add mod">
          <ac:chgData name="Vaishnavi Karle" userId="24841e4a8b5b751c" providerId="LiveId" clId="{C049401F-86C8-41C1-AC21-21031DA72291}" dt="2025-12-11T10:17:45.742" v="9523" actId="14100"/>
          <ac:picMkLst>
            <pc:docMk/>
            <pc:sldMk cId="3957195878" sldId="273"/>
            <ac:picMk id="8" creationId="{D7AF02B7-2068-0D4F-7AED-7574257733F6}"/>
          </ac:picMkLst>
        </pc:picChg>
      </pc:sldChg>
      <pc:sldChg chg="addSp modSp new mod setBg">
        <pc:chgData name="Vaishnavi Karle" userId="24841e4a8b5b751c" providerId="LiveId" clId="{C049401F-86C8-41C1-AC21-21031DA72291}" dt="2025-12-04T10:10:14.202" v="9322" actId="2085"/>
        <pc:sldMkLst>
          <pc:docMk/>
          <pc:sldMk cId="1733532435" sldId="274"/>
        </pc:sldMkLst>
        <pc:spChg chg="add mod">
          <ac:chgData name="Vaishnavi Karle" userId="24841e4a8b5b751c" providerId="LiveId" clId="{C049401F-86C8-41C1-AC21-21031DA72291}" dt="2025-12-04T10:10:14.202" v="9322" actId="2085"/>
          <ac:spMkLst>
            <pc:docMk/>
            <pc:sldMk cId="1733532435" sldId="274"/>
            <ac:spMk id="2" creationId="{051D5AA9-0C14-0382-CA8E-F0FDC4FFA2B9}"/>
          </ac:spMkLst>
        </pc:spChg>
        <pc:spChg chg="add mod">
          <ac:chgData name="Vaishnavi Karle" userId="24841e4a8b5b751c" providerId="LiveId" clId="{C049401F-86C8-41C1-AC21-21031DA72291}" dt="2025-12-03T16:49:05.125" v="8154" actId="12"/>
          <ac:spMkLst>
            <pc:docMk/>
            <pc:sldMk cId="1733532435" sldId="274"/>
            <ac:spMk id="3" creationId="{C14B3467-15B6-CDBE-C9FF-33B14F7EBDE9}"/>
          </ac:spMkLst>
        </pc:spChg>
      </pc:sldChg>
      <pc:sldChg chg="addSp modSp new mod setBg">
        <pc:chgData name="Vaishnavi Karle" userId="24841e4a8b5b751c" providerId="LiveId" clId="{C049401F-86C8-41C1-AC21-21031DA72291}" dt="2025-12-04T10:10:27.242" v="9323"/>
        <pc:sldMkLst>
          <pc:docMk/>
          <pc:sldMk cId="3250345862" sldId="275"/>
        </pc:sldMkLst>
        <pc:spChg chg="add mod">
          <ac:chgData name="Vaishnavi Karle" userId="24841e4a8b5b751c" providerId="LiveId" clId="{C049401F-86C8-41C1-AC21-21031DA72291}" dt="2025-12-03T16:50:23.813" v="8168" actId="113"/>
          <ac:spMkLst>
            <pc:docMk/>
            <pc:sldMk cId="3250345862" sldId="275"/>
            <ac:spMk id="3" creationId="{2010B88A-2293-ACB1-153D-BD426C9E28CD}"/>
          </ac:spMkLst>
        </pc:spChg>
      </pc:sldChg>
      <pc:sldChg chg="addSp modSp new mod setBg">
        <pc:chgData name="Vaishnavi Karle" userId="24841e4a8b5b751c" providerId="LiveId" clId="{C049401F-86C8-41C1-AC21-21031DA72291}" dt="2025-12-04T10:10:35.985" v="9324"/>
        <pc:sldMkLst>
          <pc:docMk/>
          <pc:sldMk cId="780651940" sldId="276"/>
        </pc:sldMkLst>
        <pc:spChg chg="add mod">
          <ac:chgData name="Vaishnavi Karle" userId="24841e4a8b5b751c" providerId="LiveId" clId="{C049401F-86C8-41C1-AC21-21031DA72291}" dt="2025-12-03T17:13:04.415" v="9246" actId="1076"/>
          <ac:spMkLst>
            <pc:docMk/>
            <pc:sldMk cId="780651940" sldId="276"/>
            <ac:spMk id="2" creationId="{CC0BA583-B58C-2B79-4056-AC43E0A71818}"/>
          </ac:spMkLst>
        </pc:spChg>
        <pc:spChg chg="add mod">
          <ac:chgData name="Vaishnavi Karle" userId="24841e4a8b5b751c" providerId="LiveId" clId="{C049401F-86C8-41C1-AC21-21031DA72291}" dt="2025-12-03T17:12:59.249" v="9245" actId="1076"/>
          <ac:spMkLst>
            <pc:docMk/>
            <pc:sldMk cId="780651940" sldId="276"/>
            <ac:spMk id="3" creationId="{C4BDC134-8663-E79D-E8AD-7F2FD40869BE}"/>
          </ac:spMkLst>
        </pc:spChg>
      </pc:sldChg>
      <pc:sldChg chg="addSp modSp new mod setBg">
        <pc:chgData name="Vaishnavi Karle" userId="24841e4a8b5b751c" providerId="LiveId" clId="{C049401F-86C8-41C1-AC21-21031DA72291}" dt="2025-12-04T10:10:43.321" v="9325"/>
        <pc:sldMkLst>
          <pc:docMk/>
          <pc:sldMk cId="3220138923" sldId="277"/>
        </pc:sldMkLst>
        <pc:spChg chg="add mod">
          <ac:chgData name="Vaishnavi Karle" userId="24841e4a8b5b751c" providerId="LiveId" clId="{C049401F-86C8-41C1-AC21-21031DA72291}" dt="2025-12-03T17:15:32.242" v="9287" actId="114"/>
          <ac:spMkLst>
            <pc:docMk/>
            <pc:sldMk cId="3220138923" sldId="277"/>
            <ac:spMk id="2" creationId="{23E5CA6B-CA39-D4C2-0C09-94816425AC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21E0C-A226-47D7-AFBC-B1DCB22075DA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5DD8C-1ED8-4393-821B-523E08001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86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DD8C-1ED8-4393-821B-523E0800185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46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DD8C-1ED8-4393-821B-523E0800185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26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DD8C-1ED8-4393-821B-523E0800185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587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2F72-B910-23A8-9B5C-8C7B4098B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F48FA-E8F3-3451-9386-A2B39DB83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212CA-792C-B9EE-AF9F-F277C2DF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0007A-8CEE-3521-B967-828C434E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3DB66-3B6F-609A-EA4F-D2FDFE29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4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FE8D8-D060-468D-7DC0-B87E62CB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D1E2-B59F-9F85-6503-DEFF80E53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C4C4-997A-160D-1755-55B020B9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7C4F-7293-5D3B-CDDE-631BA030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C61D-69BD-A1BB-4836-E22E6991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54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5E91-5E0A-EBB6-39E6-B449CDE5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4F984-5BFF-7BBB-42A5-966472091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74E5-EE8D-0763-75F1-52BAFBF6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EC59-11BC-1C9C-0D09-0F480083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1B011-A496-E6CB-F782-2204275F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39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545E-28F0-7411-8B5B-7DC8D16D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437B-FBFD-8F17-0263-1F53A9D26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6DEEF-DCFB-F9EC-B8F0-15EBEBE98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07535-F751-57A0-F1FA-77D2FDE2F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7B057-AF63-CA9F-671F-B0157411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63245-5B10-A14D-607A-9DE83746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92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18297-E68E-B4E3-BAA4-E231B30BE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30CB7-A394-DE15-52D4-E4A7D0B6F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610C3-7455-92BE-83E4-C207A0D04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9F8BA-3928-4398-098E-CDB616D53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3E8740-BBE3-BF9E-7D6A-576BEA2D3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D9C086-D415-7998-D539-E8D890B7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6EACF-6DA7-9AA0-7557-D178005C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2BE6C-3B5D-5FE7-F2D7-CF94B3ED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9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C01E-7A4A-7638-04F3-C80420B9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6C5BE-579A-A1FC-4EB4-E97EE6E4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D38C1-FF14-5901-BAEA-107B9871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760F2-14E5-331D-A2BC-CD2DE45E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085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D5C7B7-85C7-ED39-4AF8-A4AD2992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B0CEC-7D7F-09BD-6033-18285525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D5774-DDF8-AF6E-993B-A72E43D1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90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B08F-4A6F-659F-0B3D-F63F8A3F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C213-9DCD-E742-87BD-83A92EA43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F59FA-BC61-B4FA-B290-49F77E648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99532-54D8-177F-3D88-E845B08A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1272B-AC60-E371-632E-87DA1081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AD72-896E-9249-1380-843EC7A4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60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23CC-AE2C-5992-D43B-E8E5A275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FDE5A-B9D0-0061-E94D-AB4D22559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748BA-CB77-FED5-99A2-D09EBE2AB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6A1F9-5F39-1662-E1AF-466384C8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92616-D917-18CB-CFA4-17FE858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FC322-E0FB-5695-AED5-290727DD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77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8AB3-DFC4-97F9-7564-993BDD36C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60028-6A07-B8D5-1D81-5EF58793B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EF11A-D02C-DA0A-8E16-EB52763C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B9FA1-27BC-29D1-8BBB-BA3AFBC5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73527-FDF8-47AB-F043-FA6146D5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0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3991CE-386F-4FDE-FDE8-E1C6A2E08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2BF55-737E-CF3E-B7E7-3D2A74D3A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64D00-0B64-9BCF-E5B7-CB939E90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1891B-67F1-92BD-B8E2-5D498766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1073D-1AF5-4BFD-337F-5D26F79E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2E9FF-5A45-4F94-B95B-C254F61B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BA135-E1BD-62DE-B630-5BDCE4A00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AE725-78AC-DF7F-8A35-C6C7543C9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A68C7-AF53-4D7D-AA76-097AAE35F989}" type="datetimeFigureOut">
              <a:rPr lang="en-IN" smtClean="0"/>
              <a:t>2025-12-18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4AE38-3387-70B9-2449-4BADB4490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210F-4912-9817-995B-BFCE46DFC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D025F-6202-43E0-BD18-51177AFB3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75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DFDB6-0F70-658D-EF4D-778081BF40F9}"/>
              </a:ext>
            </a:extLst>
          </p:cNvPr>
          <p:cNvSpPr txBox="1"/>
          <p:nvPr/>
        </p:nvSpPr>
        <p:spPr>
          <a:xfrm>
            <a:off x="-1" y="-18000"/>
            <a:ext cx="7326775" cy="6876000"/>
          </a:xfrm>
          <a:prstGeom prst="rect">
            <a:avLst/>
          </a:prstGeom>
          <a:solidFill>
            <a:srgbClr val="EF8B47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986D7B-C8FD-77F2-215C-D349CD9F4A8F}"/>
              </a:ext>
            </a:extLst>
          </p:cNvPr>
          <p:cNvSpPr txBox="1"/>
          <p:nvPr/>
        </p:nvSpPr>
        <p:spPr>
          <a:xfrm>
            <a:off x="7326774" y="16725"/>
            <a:ext cx="4860000" cy="68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178673-F7E0-1EE3-3696-3E035785778D}"/>
              </a:ext>
            </a:extLst>
          </p:cNvPr>
          <p:cNvSpPr txBox="1"/>
          <p:nvPr/>
        </p:nvSpPr>
        <p:spPr>
          <a:xfrm>
            <a:off x="-1" y="937549"/>
            <a:ext cx="72457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Employees Attrition Analysis</a:t>
            </a:r>
          </a:p>
          <a:p>
            <a:pPr algn="ctr"/>
            <a:r>
              <a:rPr lang="en-I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Decode the Why , Improve the Stay</a:t>
            </a:r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IN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D529F-82AD-EE06-1721-B602DA1D090F}"/>
              </a:ext>
            </a:extLst>
          </p:cNvPr>
          <p:cNvSpPr txBox="1"/>
          <p:nvPr/>
        </p:nvSpPr>
        <p:spPr>
          <a:xfrm>
            <a:off x="474562" y="3206187"/>
            <a:ext cx="630820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Data-Driven  Insights &amp; Recommendations</a:t>
            </a:r>
          </a:p>
          <a:p>
            <a:pPr algn="ctr"/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By Vaishnavi Karle</a:t>
            </a:r>
          </a:p>
          <a:p>
            <a:pPr algn="ctr"/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16-11-2025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9116F-7054-BB7C-CEFB-F37DE0AAF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774" y="-19274"/>
            <a:ext cx="4865226" cy="686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8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7E491-75FC-7698-9B4D-298ECE396D68}"/>
              </a:ext>
            </a:extLst>
          </p:cNvPr>
          <p:cNvSpPr txBox="1"/>
          <p:nvPr/>
        </p:nvSpPr>
        <p:spPr>
          <a:xfrm>
            <a:off x="1439407" y="1691428"/>
            <a:ext cx="95707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 attrition is a major challenge for organizations because losing employees leads to high hiring costs, productivity loss and disruption in team performance. </a:t>
            </a:r>
          </a:p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This project aims to understand why employees are leaving the company and identify the key factors influencing their decision to resign. </a:t>
            </a:r>
          </a:p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By analyzing patterns in work-life balance, job satisfaction, appraisal rating, overtime and tenure. The project helps HR and leadership make informed decisions to reduce turnover, improve employee experience and strengthen the overall retention strategy.</a:t>
            </a:r>
            <a:endParaRPr lang="en-I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3F703-94C1-F2F7-C061-739D8F7814FC}"/>
              </a:ext>
            </a:extLst>
          </p:cNvPr>
          <p:cNvSpPr txBox="1"/>
          <p:nvPr/>
        </p:nvSpPr>
        <p:spPr>
          <a:xfrm>
            <a:off x="140825" y="81023"/>
            <a:ext cx="11910350" cy="584775"/>
          </a:xfrm>
          <a:prstGeom prst="rect">
            <a:avLst/>
          </a:prstGeom>
          <a:solidFill>
            <a:srgbClr val="EF8B47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Problem Objective</a:t>
            </a:r>
            <a:endParaRPr lang="en-I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8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28095-4A6F-BCEA-2281-2515D3083C79}"/>
              </a:ext>
            </a:extLst>
          </p:cNvPr>
          <p:cNvSpPr txBox="1"/>
          <p:nvPr/>
        </p:nvSpPr>
        <p:spPr>
          <a:xfrm>
            <a:off x="138903" y="55305"/>
            <a:ext cx="11910339" cy="584775"/>
          </a:xfrm>
          <a:prstGeom prst="rect">
            <a:avLst/>
          </a:prstGeom>
          <a:solidFill>
            <a:srgbClr val="EF8B47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Agenda</a:t>
            </a:r>
            <a:endParaRPr lang="en-I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919744F-10A3-5418-8668-DABF0923D870}"/>
              </a:ext>
            </a:extLst>
          </p:cNvPr>
          <p:cNvSpPr/>
          <p:nvPr/>
        </p:nvSpPr>
        <p:spPr>
          <a:xfrm>
            <a:off x="1981200" y="2809899"/>
            <a:ext cx="3132000" cy="648000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EF8B47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 Overview</a:t>
            </a:r>
            <a:endParaRPr lang="en-IN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980873C7-8BEB-4CA7-C073-F31E80F23231}"/>
              </a:ext>
            </a:extLst>
          </p:cNvPr>
          <p:cNvSpPr/>
          <p:nvPr/>
        </p:nvSpPr>
        <p:spPr>
          <a:xfrm>
            <a:off x="1968139" y="3931134"/>
            <a:ext cx="3132000" cy="648000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EF8B47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Methodology</a:t>
            </a:r>
            <a:endParaRPr lang="en-IN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FB8E2BB7-D6AF-86E9-FED8-AB9B04766631}"/>
              </a:ext>
            </a:extLst>
          </p:cNvPr>
          <p:cNvSpPr/>
          <p:nvPr/>
        </p:nvSpPr>
        <p:spPr>
          <a:xfrm>
            <a:off x="1968139" y="1722859"/>
            <a:ext cx="3132000" cy="648000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EF8B47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Problem objective</a:t>
            </a:r>
            <a:endParaRPr lang="en-IN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514FEF02-CC88-B6F3-1D93-BD1834F64D68}"/>
              </a:ext>
            </a:extLst>
          </p:cNvPr>
          <p:cNvSpPr/>
          <p:nvPr/>
        </p:nvSpPr>
        <p:spPr>
          <a:xfrm>
            <a:off x="7687038" y="3943273"/>
            <a:ext cx="3132000" cy="648000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EF8B47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Conclusion</a:t>
            </a:r>
            <a:endParaRPr lang="en-IN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187D0918-2568-5E6A-56BC-4BC4A857DA7A}"/>
              </a:ext>
            </a:extLst>
          </p:cNvPr>
          <p:cNvSpPr/>
          <p:nvPr/>
        </p:nvSpPr>
        <p:spPr>
          <a:xfrm>
            <a:off x="1981200" y="5072528"/>
            <a:ext cx="3132000" cy="648000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EF8B47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Key Insights</a:t>
            </a:r>
            <a:endParaRPr lang="en-IN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2D35C236-1D2E-031D-5AF4-51BA866CE38B}"/>
              </a:ext>
            </a:extLst>
          </p:cNvPr>
          <p:cNvSpPr/>
          <p:nvPr/>
        </p:nvSpPr>
        <p:spPr>
          <a:xfrm>
            <a:off x="7687038" y="1722859"/>
            <a:ext cx="3132000" cy="648000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EF8B47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Dashboard</a:t>
            </a:r>
            <a:endParaRPr lang="en-IN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A0206977-F31E-E75A-97A5-67A0CAA2E024}"/>
              </a:ext>
            </a:extLst>
          </p:cNvPr>
          <p:cNvSpPr/>
          <p:nvPr/>
        </p:nvSpPr>
        <p:spPr>
          <a:xfrm>
            <a:off x="7687038" y="2805638"/>
            <a:ext cx="3132000" cy="648000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EF8B47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Recommendations</a:t>
            </a:r>
            <a:endParaRPr lang="en-IN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3248CB-95FD-D942-C994-270305DE3D9E}"/>
              </a:ext>
            </a:extLst>
          </p:cNvPr>
          <p:cNvSpPr txBox="1"/>
          <p:nvPr/>
        </p:nvSpPr>
        <p:spPr>
          <a:xfrm>
            <a:off x="6669602" y="1722859"/>
            <a:ext cx="756000" cy="667048"/>
          </a:xfrm>
          <a:prstGeom prst="hexagon">
            <a:avLst/>
          </a:prstGeom>
          <a:solidFill>
            <a:srgbClr val="EF8B47"/>
          </a:solidFill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05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5BFE8A-99FD-5F2E-716B-28644FB34C47}"/>
              </a:ext>
            </a:extLst>
          </p:cNvPr>
          <p:cNvSpPr txBox="1"/>
          <p:nvPr/>
        </p:nvSpPr>
        <p:spPr>
          <a:xfrm>
            <a:off x="6700802" y="2800375"/>
            <a:ext cx="756000" cy="667048"/>
          </a:xfrm>
          <a:prstGeom prst="hexagon">
            <a:avLst/>
          </a:prstGeom>
          <a:solidFill>
            <a:srgbClr val="EF8B47"/>
          </a:solidFill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06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5D8A13-92DC-A025-944F-9A3D3659097F}"/>
              </a:ext>
            </a:extLst>
          </p:cNvPr>
          <p:cNvSpPr txBox="1"/>
          <p:nvPr/>
        </p:nvSpPr>
        <p:spPr>
          <a:xfrm>
            <a:off x="967941" y="1722859"/>
            <a:ext cx="756000" cy="667048"/>
          </a:xfrm>
          <a:prstGeom prst="hexagon">
            <a:avLst/>
          </a:prstGeom>
          <a:solidFill>
            <a:srgbClr val="EF8B47"/>
          </a:solidFill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01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1DF702-92E1-53F3-9442-77F7E7517123}"/>
              </a:ext>
            </a:extLst>
          </p:cNvPr>
          <p:cNvSpPr txBox="1"/>
          <p:nvPr/>
        </p:nvSpPr>
        <p:spPr>
          <a:xfrm>
            <a:off x="967941" y="2800375"/>
            <a:ext cx="756000" cy="667048"/>
          </a:xfrm>
          <a:prstGeom prst="hexagon">
            <a:avLst/>
          </a:prstGeom>
          <a:solidFill>
            <a:srgbClr val="EF8B47"/>
          </a:solidFill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02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7441DF-9E87-BF86-9FFC-52BC8FC33FFD}"/>
              </a:ext>
            </a:extLst>
          </p:cNvPr>
          <p:cNvSpPr txBox="1"/>
          <p:nvPr/>
        </p:nvSpPr>
        <p:spPr>
          <a:xfrm>
            <a:off x="967941" y="3921610"/>
            <a:ext cx="756000" cy="667048"/>
          </a:xfrm>
          <a:prstGeom prst="hexagon">
            <a:avLst/>
          </a:prstGeom>
          <a:solidFill>
            <a:srgbClr val="EF8B47"/>
          </a:solidFill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03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03DF74-FA18-98D0-1450-61D1968916C0}"/>
              </a:ext>
            </a:extLst>
          </p:cNvPr>
          <p:cNvSpPr txBox="1"/>
          <p:nvPr/>
        </p:nvSpPr>
        <p:spPr>
          <a:xfrm>
            <a:off x="967941" y="5053480"/>
            <a:ext cx="756000" cy="667048"/>
          </a:xfrm>
          <a:prstGeom prst="hexagon">
            <a:avLst/>
          </a:prstGeom>
          <a:solidFill>
            <a:srgbClr val="EF8B47"/>
          </a:solidFill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04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8C3549-FF14-82C8-78F0-580DBE0142F2}"/>
              </a:ext>
            </a:extLst>
          </p:cNvPr>
          <p:cNvSpPr txBox="1"/>
          <p:nvPr/>
        </p:nvSpPr>
        <p:spPr>
          <a:xfrm>
            <a:off x="6669602" y="3921610"/>
            <a:ext cx="756000" cy="667048"/>
          </a:xfrm>
          <a:prstGeom prst="hexagon">
            <a:avLst/>
          </a:prstGeom>
          <a:solidFill>
            <a:srgbClr val="EF8B47"/>
          </a:solidFill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07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89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F0ABA6-A249-4DAB-16B7-0400A63CB4E6}"/>
              </a:ext>
            </a:extLst>
          </p:cNvPr>
          <p:cNvSpPr txBox="1"/>
          <p:nvPr/>
        </p:nvSpPr>
        <p:spPr>
          <a:xfrm>
            <a:off x="223520" y="82610"/>
            <a:ext cx="11805920" cy="584775"/>
          </a:xfrm>
          <a:prstGeom prst="rect">
            <a:avLst/>
          </a:prstGeom>
          <a:solidFill>
            <a:srgbClr val="EF8B47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Data Overview</a:t>
            </a:r>
            <a:endParaRPr lang="en-I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5FCF48-9A71-87C4-B36D-3C3639E3B53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096288" y="21018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10 rows × 22 columns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FA5807-2105-BD94-77E0-9624894D3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1116106"/>
            <a:ext cx="11805920" cy="553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0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B69713-0256-1DEA-F499-B29F5CA37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28238"/>
            <a:ext cx="10638898" cy="55960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5DF1B5-24E0-C174-21C1-FCC80D783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798" b="1784"/>
          <a:stretch>
            <a:fillRect/>
          </a:stretch>
        </p:blipFill>
        <p:spPr>
          <a:xfrm>
            <a:off x="10760818" y="1028239"/>
            <a:ext cx="895105" cy="559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6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ECA2AF-5081-C97A-FF8B-53916E8C8C73}"/>
              </a:ext>
            </a:extLst>
          </p:cNvPr>
          <p:cNvSpPr txBox="1"/>
          <p:nvPr/>
        </p:nvSpPr>
        <p:spPr>
          <a:xfrm>
            <a:off x="162046" y="56429"/>
            <a:ext cx="11864050" cy="584775"/>
          </a:xfrm>
          <a:prstGeom prst="rect">
            <a:avLst/>
          </a:prstGeom>
          <a:solidFill>
            <a:srgbClr val="EF8B47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Methodology</a:t>
            </a:r>
            <a:endParaRPr lang="en-I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B8BE7-CAC7-55AC-EBF6-5B807B2DA1C5}"/>
              </a:ext>
            </a:extLst>
          </p:cNvPr>
          <p:cNvSpPr txBox="1"/>
          <p:nvPr/>
        </p:nvSpPr>
        <p:spPr>
          <a:xfrm>
            <a:off x="1519461" y="1342244"/>
            <a:ext cx="1035423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Data Cleaning </a:t>
            </a:r>
            <a:r>
              <a:rPr lang="en-IN" sz="16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Handled mismatched values and removed irrelevant columns.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Converted Yes/No fields to 0/1 and standardized the dataset.</a:t>
            </a:r>
          </a:p>
          <a:p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sz="16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Data Transformation: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Perform Feature Binning for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Encoded categorical variables for analysis.</a:t>
            </a:r>
          </a:p>
          <a:p>
            <a:endParaRPr lang="en-IN" sz="16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sz="16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EDA(Exploratory Data Analysis):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Find out the factors influencing attrition.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Used charts and mean comparisons to analysis.</a:t>
            </a:r>
          </a:p>
          <a:p>
            <a:endParaRPr lang="en-US" sz="16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6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Correlation analysis: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Checked relationships between numerical features and attrition.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Identify the key drivers influencing the attrition.</a:t>
            </a:r>
          </a:p>
          <a:p>
            <a:endParaRPr lang="en-US" sz="16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6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 Testing: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Tested whether attrition differences across groups are statistically meaningful.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Confirms these factors truly influence attrition , not random variations.</a:t>
            </a:r>
          </a:p>
          <a:p>
            <a:endParaRPr lang="en-US" sz="16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33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2A85A1-1EE1-C602-8584-6186A5E1D97B}"/>
              </a:ext>
            </a:extLst>
          </p:cNvPr>
          <p:cNvSpPr txBox="1"/>
          <p:nvPr/>
        </p:nvSpPr>
        <p:spPr>
          <a:xfrm>
            <a:off x="147320" y="38345"/>
            <a:ext cx="11897360" cy="584775"/>
          </a:xfrm>
          <a:prstGeom prst="rect">
            <a:avLst/>
          </a:prstGeom>
          <a:solidFill>
            <a:srgbClr val="EF8B47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Key Insights</a:t>
            </a:r>
            <a:endParaRPr lang="en-I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469A6-355B-F6E0-62B7-FAD164508030}"/>
              </a:ext>
            </a:extLst>
          </p:cNvPr>
          <p:cNvSpPr txBox="1"/>
          <p:nvPr/>
        </p:nvSpPr>
        <p:spPr>
          <a:xfrm>
            <a:off x="421640" y="2494857"/>
            <a:ext cx="4963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This chart shows how many employees left the company. High attrition signals issues in satisfaction or work environment.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The number of employees who Left is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1855(37.1%)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and the number of employees who Stayed is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3145(62.9%).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F33B286-DC82-5D67-60A1-B082DBC7C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34" y="1120687"/>
            <a:ext cx="5999480" cy="527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239403-A431-DF04-6B33-225BA463F74C}"/>
              </a:ext>
            </a:extLst>
          </p:cNvPr>
          <p:cNvSpPr txBox="1"/>
          <p:nvPr/>
        </p:nvSpPr>
        <p:spPr>
          <a:xfrm>
            <a:off x="421640" y="1618903"/>
            <a:ext cx="4161935" cy="460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Attrition Overview</a:t>
            </a:r>
            <a:endParaRPr lang="en-IN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0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F2B0A86-246C-681F-1323-36A2A2AD7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9840"/>
            <a:ext cx="6746496" cy="407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ED599DA-BE5D-BCA1-62F7-D82EB5925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475" y="1259840"/>
            <a:ext cx="4714875" cy="407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27CB3B-69E8-7EAC-0796-890913231B2A}"/>
              </a:ext>
            </a:extLst>
          </p:cNvPr>
          <p:cNvSpPr txBox="1"/>
          <p:nvPr/>
        </p:nvSpPr>
        <p:spPr>
          <a:xfrm>
            <a:off x="406400" y="5337496"/>
            <a:ext cx="6340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Younger employees show higher attrition with age between </a:t>
            </a: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22 – 30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as  they switch jobs more often.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Age has almost no direct impact on attrition.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376B0-121F-05AB-DFAA-FD482C6BE654}"/>
              </a:ext>
            </a:extLst>
          </p:cNvPr>
          <p:cNvSpPr txBox="1"/>
          <p:nvPr/>
        </p:nvSpPr>
        <p:spPr>
          <a:xfrm>
            <a:off x="7152896" y="5337496"/>
            <a:ext cx="4866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Gender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does not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influence the attrition as the above pie chart showing stability between the genders.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FFC9E0-0891-89D6-3F74-60C802ECB82C}"/>
              </a:ext>
            </a:extLst>
          </p:cNvPr>
          <p:cNvCxnSpPr/>
          <p:nvPr/>
        </p:nvCxnSpPr>
        <p:spPr>
          <a:xfrm>
            <a:off x="6885392" y="636607"/>
            <a:ext cx="0" cy="59841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0423CD-0BC7-6610-1238-CE1651F458A8}"/>
              </a:ext>
            </a:extLst>
          </p:cNvPr>
          <p:cNvSpPr txBox="1"/>
          <p:nvPr/>
        </p:nvSpPr>
        <p:spPr>
          <a:xfrm>
            <a:off x="302227" y="636607"/>
            <a:ext cx="2950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Age</a:t>
            </a:r>
            <a:endParaRPr lang="en-IN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6B131-1504-56AB-BDBD-0A5873054965}"/>
              </a:ext>
            </a:extLst>
          </p:cNvPr>
          <p:cNvSpPr txBox="1"/>
          <p:nvPr/>
        </p:nvSpPr>
        <p:spPr>
          <a:xfrm>
            <a:off x="7152896" y="641672"/>
            <a:ext cx="1273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Gender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16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F39D3C7-047D-62B4-11A1-124F44BA1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" y="1049880"/>
            <a:ext cx="5201920" cy="360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6C9DAA0-B828-A673-3873-4F8B23322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690" y="1049880"/>
            <a:ext cx="6779310" cy="360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A7B4F9-BCE8-C7A7-DB4B-8A191F02DD21}"/>
              </a:ext>
            </a:extLst>
          </p:cNvPr>
          <p:cNvSpPr txBox="1"/>
          <p:nvPr/>
        </p:nvSpPr>
        <p:spPr>
          <a:xfrm>
            <a:off x="223520" y="4867008"/>
            <a:ext cx="51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Sales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department influence by the attrition more as compare to other departments.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But there is not direct strong relationship between departments and attrition.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75C1EC-44C0-3141-0AAD-0B519A9003D3}"/>
              </a:ext>
            </a:extLst>
          </p:cNvPr>
          <p:cNvSpPr txBox="1"/>
          <p:nvPr/>
        </p:nvSpPr>
        <p:spPr>
          <a:xfrm>
            <a:off x="5801360" y="5144008"/>
            <a:ext cx="616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Salary group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 81K-90K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showing the highest attrition  but the attrition does not influence by salary directly.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54967D-37B5-4BF4-0D07-91ABB2662E6F}"/>
              </a:ext>
            </a:extLst>
          </p:cNvPr>
          <p:cNvCxnSpPr/>
          <p:nvPr/>
        </p:nvCxnSpPr>
        <p:spPr>
          <a:xfrm>
            <a:off x="5429666" y="671332"/>
            <a:ext cx="0" cy="5810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F5E1F5-2448-46BE-3884-CAD8A039CBB6}"/>
              </a:ext>
            </a:extLst>
          </p:cNvPr>
          <p:cNvSpPr txBox="1"/>
          <p:nvPr/>
        </p:nvSpPr>
        <p:spPr>
          <a:xfrm>
            <a:off x="381964" y="440499"/>
            <a:ext cx="210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Departments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8EEE3-9461-FB52-0658-63179545D282}"/>
              </a:ext>
            </a:extLst>
          </p:cNvPr>
          <p:cNvSpPr txBox="1"/>
          <p:nvPr/>
        </p:nvSpPr>
        <p:spPr>
          <a:xfrm>
            <a:off x="5801360" y="440499"/>
            <a:ext cx="2106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Salary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54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>
            <a:extLst>
              <a:ext uri="{FF2B5EF4-FFF2-40B4-BE49-F238E27FC236}">
                <a16:creationId xmlns:a16="http://schemas.microsoft.com/office/drawing/2014/main" id="{8FC874ED-0621-985D-68BE-A9BED59F6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" y="798770"/>
            <a:ext cx="5872480" cy="422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D4D03820-BD69-A3E2-3072-C7835EFD5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520" y="798770"/>
            <a:ext cx="5872480" cy="422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BEAB80-0F03-4448-8AEC-0729078D591C}"/>
              </a:ext>
            </a:extLst>
          </p:cNvPr>
          <p:cNvSpPr txBox="1"/>
          <p:nvPr/>
        </p:nvSpPr>
        <p:spPr>
          <a:xfrm>
            <a:off x="381000" y="5135900"/>
            <a:ext cx="5557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with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 year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with the company left mostly. 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This indicates an expectations reality mismatch in the early stages.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D225B-E027-7C71-9C29-1C4BE36550D8}"/>
              </a:ext>
            </a:extLst>
          </p:cNvPr>
          <p:cNvSpPr txBox="1"/>
          <p:nvPr/>
        </p:nvSpPr>
        <p:spPr>
          <a:xfrm>
            <a:off x="6858835" y="5025135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Above chart showing employees with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5 year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 same roles intent to left the company most.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But there is no direct relationship between Years In Role and Attrition.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F17ED-454A-71C1-0798-4CADDF2CE10D}"/>
              </a:ext>
            </a:extLst>
          </p:cNvPr>
          <p:cNvSpPr txBox="1"/>
          <p:nvPr/>
        </p:nvSpPr>
        <p:spPr>
          <a:xfrm>
            <a:off x="916329" y="6225269"/>
            <a:ext cx="10590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Year with company and Years in role are showing strong correlation but neither significantly affects attrition.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C8CF9-E9DC-923D-593B-5CD4D0322358}"/>
              </a:ext>
            </a:extLst>
          </p:cNvPr>
          <p:cNvCxnSpPr/>
          <p:nvPr/>
        </p:nvCxnSpPr>
        <p:spPr>
          <a:xfrm>
            <a:off x="6211747" y="381965"/>
            <a:ext cx="0" cy="5798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3818E7-BADD-7C68-8C4E-3C4AE28A3D22}"/>
              </a:ext>
            </a:extLst>
          </p:cNvPr>
          <p:cNvSpPr txBox="1"/>
          <p:nvPr/>
        </p:nvSpPr>
        <p:spPr>
          <a:xfrm>
            <a:off x="223520" y="292717"/>
            <a:ext cx="2825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Year With Company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553C1-0522-C57C-0236-1AEA75A8B9AD}"/>
              </a:ext>
            </a:extLst>
          </p:cNvPr>
          <p:cNvSpPr txBox="1"/>
          <p:nvPr/>
        </p:nvSpPr>
        <p:spPr>
          <a:xfrm>
            <a:off x="6624225" y="292717"/>
            <a:ext cx="2106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Years In Role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527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ACAFE5F8-F0FD-5450-5416-9436DEDB0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4" y="1005421"/>
            <a:ext cx="5757827" cy="392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B1D560E-6D82-5C5C-8A65-D611A3BA5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05421"/>
            <a:ext cx="5771433" cy="392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8EAAC2-1B80-6570-65BB-C61B75856E2E}"/>
              </a:ext>
            </a:extLst>
          </p:cNvPr>
          <p:cNvSpPr txBox="1"/>
          <p:nvPr/>
        </p:nvSpPr>
        <p:spPr>
          <a:xfrm>
            <a:off x="324568" y="5073227"/>
            <a:ext cx="55865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This chart showing that employees who did overtime are more intent to leave the company. 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correlation between Overtime and Attrition having strong correlation with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0.13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 This indicating Over Time is the factor that strongly influencing the Attrition.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061B7-D149-5451-2758-14530A959AF7}"/>
              </a:ext>
            </a:extLst>
          </p:cNvPr>
          <p:cNvSpPr txBox="1"/>
          <p:nvPr/>
        </p:nvSpPr>
        <p:spPr>
          <a:xfrm>
            <a:off x="6609143" y="5032541"/>
            <a:ext cx="50446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who rate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 and 2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for appraisal are more likely to leave the company.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The correlation between Appraisal and Attrition showing Strong Negative relationship with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-0.18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indicating poor appraisals are reason to increase attrition.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D3F8CE-3F96-BFC3-3622-96F39AAD65DA}"/>
              </a:ext>
            </a:extLst>
          </p:cNvPr>
          <p:cNvCxnSpPr/>
          <p:nvPr/>
        </p:nvCxnSpPr>
        <p:spPr>
          <a:xfrm>
            <a:off x="6096000" y="636608"/>
            <a:ext cx="0" cy="5913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750951-9807-B95A-F6D3-9EC23C9D2C09}"/>
              </a:ext>
            </a:extLst>
          </p:cNvPr>
          <p:cNvSpPr txBox="1"/>
          <p:nvPr/>
        </p:nvSpPr>
        <p:spPr>
          <a:xfrm>
            <a:off x="324568" y="445944"/>
            <a:ext cx="2291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Over Time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9E37CF-C2B6-02E1-27FE-00F902BDDEEE}"/>
              </a:ext>
            </a:extLst>
          </p:cNvPr>
          <p:cNvSpPr txBox="1"/>
          <p:nvPr/>
        </p:nvSpPr>
        <p:spPr>
          <a:xfrm>
            <a:off x="6747077" y="445943"/>
            <a:ext cx="2384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Appraisal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056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>
            <a:extLst>
              <a:ext uri="{FF2B5EF4-FFF2-40B4-BE49-F238E27FC236}">
                <a16:creationId xmlns:a16="http://schemas.microsoft.com/office/drawing/2014/main" id="{FB6C8466-A280-EB1B-541F-5BC02961C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66" y="980759"/>
            <a:ext cx="5802947" cy="395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8460E4FF-5590-33EE-51BC-B4E7F8B7E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980759"/>
            <a:ext cx="5802947" cy="395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3389DD-D517-330D-D8B5-5F0241360A46}"/>
              </a:ext>
            </a:extLst>
          </p:cNvPr>
          <p:cNvSpPr txBox="1"/>
          <p:nvPr/>
        </p:nvSpPr>
        <p:spPr>
          <a:xfrm>
            <a:off x="223520" y="5000078"/>
            <a:ext cx="5628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who rate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are more likely to leave the company.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correlation between Work Life Balance and Attrition showing significant negative relationship with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-0.17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indicating worse Work Life Balance influencing attrition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A4C06-FC46-BA2A-9FF5-549A8F451896}"/>
              </a:ext>
            </a:extLst>
          </p:cNvPr>
          <p:cNvSpPr txBox="1"/>
          <p:nvPr/>
        </p:nvSpPr>
        <p:spPr>
          <a:xfrm>
            <a:off x="6339842" y="4931521"/>
            <a:ext cx="5628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This chart showing that employees with 1 and 2 Job Satisfaction rating are more likely to leave the company.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correlation between Job Satisfaction and Attrition showing the Strongest negative relationship with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-0.21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 This is the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Strongest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factor indicating low satisfactions is a key driver of attrition.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F3FA0-9911-35BD-847D-871A36B1EC3A}"/>
              </a:ext>
            </a:extLst>
          </p:cNvPr>
          <p:cNvCxnSpPr/>
          <p:nvPr/>
        </p:nvCxnSpPr>
        <p:spPr>
          <a:xfrm>
            <a:off x="6096000" y="706056"/>
            <a:ext cx="0" cy="59797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F7E350-0924-8B76-0FEF-43E35647AD49}"/>
              </a:ext>
            </a:extLst>
          </p:cNvPr>
          <p:cNvSpPr txBox="1"/>
          <p:nvPr/>
        </p:nvSpPr>
        <p:spPr>
          <a:xfrm>
            <a:off x="223520" y="450536"/>
            <a:ext cx="2604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Work Life Balance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36EE-EB23-0E14-A16C-339E89A7F732}"/>
              </a:ext>
            </a:extLst>
          </p:cNvPr>
          <p:cNvSpPr txBox="1"/>
          <p:nvPr/>
        </p:nvSpPr>
        <p:spPr>
          <a:xfrm>
            <a:off x="6528121" y="450536"/>
            <a:ext cx="229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Job Satisfaction</a:t>
            </a:r>
            <a:endParaRPr lang="en-IN" sz="2400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60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5C21E92-B5E3-664F-36A5-0A0A5EFBF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" y="162560"/>
            <a:ext cx="11673840" cy="657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154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F6748-87B4-E43D-0869-F3CF253B721A}"/>
              </a:ext>
            </a:extLst>
          </p:cNvPr>
          <p:cNvSpPr txBox="1"/>
          <p:nvPr/>
        </p:nvSpPr>
        <p:spPr>
          <a:xfrm>
            <a:off x="316909" y="1421305"/>
            <a:ext cx="5911172" cy="4247317"/>
          </a:xfrm>
          <a:prstGeom prst="rect">
            <a:avLst/>
          </a:prstGeom>
          <a:noFill/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 1</a:t>
            </a:r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Does Over time vs Attrition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Test: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Chi-Square(Binary vs Binary) 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Null hypothesis(H0):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Over time does not affect attrition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Alternative hypothesis(H1):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Over time does affect employees attrition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Since the p-value is extremely smaller than 0.05, we reject the null hypothesis.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0DE0F-E1C5-BA21-7859-01D7CCD74971}"/>
              </a:ext>
            </a:extLst>
          </p:cNvPr>
          <p:cNvSpPr txBox="1"/>
          <p:nvPr/>
        </p:nvSpPr>
        <p:spPr>
          <a:xfrm>
            <a:off x="6482080" y="1421304"/>
            <a:ext cx="5486400" cy="3970318"/>
          </a:xfrm>
          <a:prstGeom prst="rect">
            <a:avLst/>
          </a:prstGeom>
          <a:noFill/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 2</a:t>
            </a:r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:  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Job Satisfaction vs Attrition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Test: 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Mann Whitney U Test(Ordinal vs Binary)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Null hypothesis(H0):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Job satisfaction levels are for same for both who leaves and who stays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Alternative hypothesis(H1):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with Lower Job Satisfaction are more likely to leave.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Since the p-value is far below 0.05, we reject the null hypothesis.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17703-8B78-1BE2-E57C-E60D8B156445}"/>
              </a:ext>
            </a:extLst>
          </p:cNvPr>
          <p:cNvSpPr txBox="1"/>
          <p:nvPr/>
        </p:nvSpPr>
        <p:spPr>
          <a:xfrm>
            <a:off x="132080" y="112161"/>
            <a:ext cx="11927840" cy="523220"/>
          </a:xfrm>
          <a:prstGeom prst="rect">
            <a:avLst/>
          </a:prstGeom>
          <a:solidFill>
            <a:srgbClr val="EF8B4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 Testing</a:t>
            </a:r>
            <a:endParaRPr lang="en-IN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4E36C-5E8A-E02D-D2EF-6DE8E622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69" y="3429000"/>
            <a:ext cx="3591426" cy="1181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53DDAC-E15B-3AC8-79D1-DCDBC306DE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401"/>
          <a:stretch>
            <a:fillRect/>
          </a:stretch>
        </p:blipFill>
        <p:spPr>
          <a:xfrm>
            <a:off x="6670450" y="3881120"/>
            <a:ext cx="3219899" cy="51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5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57470B-2CBF-767B-F8D9-9A7EE78DFF37}"/>
              </a:ext>
            </a:extLst>
          </p:cNvPr>
          <p:cNvSpPr txBox="1"/>
          <p:nvPr/>
        </p:nvSpPr>
        <p:spPr>
          <a:xfrm>
            <a:off x="358816" y="905803"/>
            <a:ext cx="5513665" cy="3970318"/>
          </a:xfrm>
          <a:prstGeom prst="rect">
            <a:avLst/>
          </a:prstGeom>
          <a:noFill/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 3</a:t>
            </a:r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: 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Work life balance vs Attrition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Test: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Mann Whiteney U test(Ordinal vs Binary)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Null hypothesis(H0):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Work life balance for both employees are same for all employees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Alternative hypothesis(H1):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with lower work life balance have more chances to attrition</a:t>
            </a: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Since the p-value is far below 0.05, we reject the null </a:t>
            </a:r>
          </a:p>
          <a:p>
            <a:pPr latinLnBrk="1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265C3-800D-A69D-A673-959EBBB79112}"/>
              </a:ext>
            </a:extLst>
          </p:cNvPr>
          <p:cNvSpPr txBox="1"/>
          <p:nvPr/>
        </p:nvSpPr>
        <p:spPr>
          <a:xfrm flipH="1">
            <a:off x="6319520" y="905803"/>
            <a:ext cx="5415280" cy="4247317"/>
          </a:xfrm>
          <a:prstGeom prst="rect">
            <a:avLst/>
          </a:prstGeom>
          <a:noFill/>
          <a:ln>
            <a:solidFill>
              <a:srgbClr val="EF8B47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 4</a:t>
            </a:r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Appraisal Rating vs Attrition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Test: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Mann Whiteney U test(Ordinal vs Binary)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Null hypothesis(H0):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Appraisal rating for both employees are same for all employees</a:t>
            </a:r>
          </a:p>
          <a:p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Alternative hypothesis(H1):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with lower appraisal have more chances to attrition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atinLnBrk="1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Since the p-value is far below 0.05, we reject the null </a:t>
            </a:r>
          </a:p>
          <a:p>
            <a:pPr latinLnBrk="1"/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hypothesis.</a:t>
            </a:r>
          </a:p>
          <a:p>
            <a:pPr latinLnBrk="1"/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C2E170-F5F6-D941-D2EF-57AEBA3AB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3448052"/>
            <a:ext cx="2743583" cy="600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5F45E4-4200-4523-7457-8084285A9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399" y="3429000"/>
            <a:ext cx="2772162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1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AF02B7-2068-0D4F-7AED-757425773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95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1D5AA9-0C14-0382-CA8E-F0FDC4FFA2B9}"/>
              </a:ext>
            </a:extLst>
          </p:cNvPr>
          <p:cNvSpPr txBox="1"/>
          <p:nvPr/>
        </p:nvSpPr>
        <p:spPr>
          <a:xfrm>
            <a:off x="208280" y="71120"/>
            <a:ext cx="11775440" cy="584775"/>
          </a:xfrm>
          <a:prstGeom prst="rect">
            <a:avLst/>
          </a:prstGeom>
          <a:solidFill>
            <a:srgbClr val="EF8B47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</a:t>
            </a:r>
            <a:endParaRPr lang="en-I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B3467-15B6-CDBE-C9FF-33B14F7EBDE9}"/>
              </a:ext>
            </a:extLst>
          </p:cNvPr>
          <p:cNvSpPr txBox="1"/>
          <p:nvPr/>
        </p:nvSpPr>
        <p:spPr>
          <a:xfrm>
            <a:off x="1615440" y="1154569"/>
            <a:ext cx="9550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Reduce Overtime and Workload Pressure: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Review workloads in high-pressure departments like Sales and IT.  Excessive overtime     increase attrition, so balancing work 	distribution or hiring additional staff will improve retention.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 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Improve Work-Life Balance Programs: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Introduce flexible schedules, hybrid working or reduced overtime hours. Employees with poor work-life balance leave at much higher rates, so improving this can immediately reduce attrition and burnout.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Strengthen Early-Career Support for first (1-3 Years):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Provide structured onboarding, mentorship and growth opportunities during the first 3 years. This is the period with the highest attrition, so targeted support can significantly improve employee retention.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 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Enhance Job Satisfaction Through Engagement: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Conduct regular feedback sessions, maintain transparent communication and recognize employee contributions. Low Job Satisfaction strongly correlated with attrition, so significantly employees can reduce turnover.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 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532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0B88A-2293-ACB1-153D-BD426C9E28CD}"/>
              </a:ext>
            </a:extLst>
          </p:cNvPr>
          <p:cNvSpPr txBox="1"/>
          <p:nvPr/>
        </p:nvSpPr>
        <p:spPr>
          <a:xfrm>
            <a:off x="1666240" y="1209041"/>
            <a:ext cx="8859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Improve the Appraisal and Recognition System: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Ensure appraisals are fair, consistent and supportive. Employees with lower appraisal ratings tend to leave more, so offering constructive feedback and recognition can help retain them.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 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Focus Retention Efforts in High Attrition Departments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Implement targeted retention plans for departments like Sales and IT.  These areas show the highest employee churn, indicating a need for better support, training and incentives.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345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BA583-B58C-2B79-4056-AC43E0A71818}"/>
              </a:ext>
            </a:extLst>
          </p:cNvPr>
          <p:cNvSpPr txBox="1"/>
          <p:nvPr/>
        </p:nvSpPr>
        <p:spPr>
          <a:xfrm>
            <a:off x="1645920" y="1727200"/>
            <a:ext cx="86563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analysis reveals that attrition in the organization is primarily driven by factors related to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job satisfaction, appraisal fairness, work-life balance, overtime pressure and early-career instability.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While demographic variables such as age, salary and distance from home show very weak correlations with attrition.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Employees with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low satisfaction, poor appraisals, overtime workloads and weak early-career support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are significantly more likely to leave.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Sales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departments face the highest attrition, suggesting a need for focused retention strategies.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Addressing these key areas through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better work-life balance practices, stronger employee engagement, fair appraisal systems and department-specific support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will help reduce the attrition rate and improve overall employee satisfaction and organization stability.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DC134-8663-E79D-E8AD-7F2FD40869BE}"/>
              </a:ext>
            </a:extLst>
          </p:cNvPr>
          <p:cNvSpPr txBox="1"/>
          <p:nvPr/>
        </p:nvSpPr>
        <p:spPr>
          <a:xfrm>
            <a:off x="137160" y="81280"/>
            <a:ext cx="11917680" cy="584775"/>
          </a:xfrm>
          <a:prstGeom prst="rect">
            <a:avLst/>
          </a:prstGeom>
          <a:solidFill>
            <a:srgbClr val="EF8B47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Conclusion</a:t>
            </a:r>
            <a:endParaRPr lang="en-IN" sz="3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651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F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E5CA6B-CA39-D4C2-0C09-94816425AC3D}"/>
              </a:ext>
            </a:extLst>
          </p:cNvPr>
          <p:cNvSpPr txBox="1"/>
          <p:nvPr/>
        </p:nvSpPr>
        <p:spPr>
          <a:xfrm>
            <a:off x="1910080" y="1899920"/>
            <a:ext cx="876808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Thank You</a:t>
            </a:r>
            <a:endParaRPr lang="en-IN" sz="138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138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3750</TotalTime>
  <Words>1216</Words>
  <Application>Microsoft Office PowerPoint</Application>
  <PresentationFormat>Widescreen</PresentationFormat>
  <Paragraphs>206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system-ui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Karle</dc:creator>
  <cp:lastModifiedBy>Vaishnavi Karle</cp:lastModifiedBy>
  <cp:revision>1</cp:revision>
  <dcterms:created xsi:type="dcterms:W3CDTF">2025-12-01T19:06:07Z</dcterms:created>
  <dcterms:modified xsi:type="dcterms:W3CDTF">2025-12-18T07:52:02Z</dcterms:modified>
</cp:coreProperties>
</file>